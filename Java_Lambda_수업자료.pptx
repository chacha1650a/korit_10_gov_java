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582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익명 클래스와 람다식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Class · Lambda Expression · 함수형 인터페이스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더 짧고, 더 읽기 쉽게 — 모던 Java의 핵심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2296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87782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08760" y="8412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익명 클래스가 필요한가?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0424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일회용 구현체를 간단하게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3258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325880"/>
            <a:ext cx="54864" cy="42976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380744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3807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08760" y="13441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클래스 (Anonymous Class)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15453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없는 클래스를 즉석에서 정의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8288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1828800"/>
            <a:ext cx="54864" cy="42976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1883664"/>
            <a:ext cx="320040" cy="3200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18836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508760" y="1847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클래스의 한계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20482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길고 가독성이 떨어진다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33172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331720"/>
            <a:ext cx="54864" cy="4297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386584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508760" y="23500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람다식이란? (Lambda)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08760" y="25511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함수를 변수처럼 — 화살표 하나로!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283464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2834640"/>
            <a:ext cx="54864" cy="4297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2889504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2889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28529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람다식 문법 변형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508760" y="305409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매개변수, 본문에 따른 축약 규칙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33756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337560"/>
            <a:ext cx="54864" cy="4297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392424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392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08760" y="33558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함수형 인터페이스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508760" y="35570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@FunctionalInterface와 표준 API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3840480"/>
            <a:ext cx="54864" cy="4297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3895344"/>
            <a:ext cx="320040" cy="3200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38953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508760" y="385876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— 컬렉션과 람다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08760" y="405993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forEach, sort, removeIf, stream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343400"/>
            <a:ext cx="7680960" cy="4297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" y="4343400"/>
            <a:ext cx="54864" cy="4297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05840" y="4398264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8" name="Text 46"/>
          <p:cNvSpPr/>
          <p:nvPr/>
        </p:nvSpPr>
        <p:spPr>
          <a:xfrm>
            <a:off x="1005840" y="4398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508760" y="4361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참조 (::)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508760" y="456285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람다를 더 짧게 — 클래스::메서드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익명 클래스가 필요한가?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7680960" cy="6400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972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인터페이스를 구현하려면 매번 별도 클래스를 만들어야 할까?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딱 1번만 쓸 건데 파일까지 만드는 건 낭비!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768096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방식: 인터페이스 + 구현 클래스 + 사용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7132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인터페이스 정의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Greeting {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greet(String name);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구현 클래스 작성 (파일 하나 더 필요!)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KoreanGreeting implements Greeting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greet(String name) { println(name + "님 안녕!"); }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사용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g = new KoreanGreeting();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g.greet("김자바");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딱 1번 쓸 건데 클래스를 왜 만들어야 하지?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익명 클래스 (Anonymous Class)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없는 클래스를 즉석에서 정의하고 바로 사용 — 별도 파일 불필요!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Greeting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greet(String name);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익명 클래스: new 인터페이스() { 구현 }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g = new Greeting() {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greet(String name)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System.out.println(name + "님 안녕!");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g.greet("김자바");  // 김자바님 안녕!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977640"/>
            <a:ext cx="64008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0233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인터페이스() { 구현 };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이 형태가 익명 클래스!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이름이 없다 → 재사용 불가 → 1회성 구현에 적합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인터페이스뿐 아니라 추상 클래스나 일반 클래스도 익명으로 확장 가능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익명 클래스의 한계 → 람다!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25603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클래스 — 6줄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338328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508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g = new Greeting()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greet(String n){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println(n + "님 안녕!");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실제로 중요한 건 딱 1줄뿐인데...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749040" cy="25603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람다식 — 1줄!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38328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08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g =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-&gt; println(n + "님 안녕!");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(매개변수) -&gt; { 본문 }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인터페이스 이름, 메서드 이름,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@Override 전부 생략 가능!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핵심만 남긴다!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10972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8620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람다식의 조건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인터페이스에 추상 메서드가 딱 1개일 때만 사용 가능!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인터페이스를 </a:t>
            </a: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함수형 인터페이스 (Functional Interface)</a:t>
            </a: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라고 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람다식이란? (Lambda)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601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(매개변수)</a:t>
            </a:r>
            <a:r>
              <a:rPr lang="en-US" sz="2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-&gt; </a:t>
            </a:r>
            <a:r>
              <a:rPr lang="en-US" sz="2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본문 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768096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37360"/>
            <a:ext cx="7132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예제 1: 매개변수 1개, 본문 1줄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Greeting { void greet(String name); }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Greeting g = name -&gt; println(name + "님 안녕!");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예제 2: 매개변수 2개, 리턴값 있음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Calculator { int calc(int a, int b); }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 add = (a, b) -&gt; a + b;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 mul = (a, b) -&gt; a * b;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add.calc(3, 5);  // 8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예제 3: 매개변수 없음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Task { void run(); }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t = () -&gt; println("작업 실행!");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t.run();  // 작업 실행!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람다식 문법 변형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0개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() -&gt; { 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() -&gt; println("Hi")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1개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-&gt; { } (괄호 생략)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-&gt; x *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2개+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(x, y) -&gt; { 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(a, b) -&gt; a + 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본문 1줄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} 생략 가능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-&gt; x *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본문 1줄 + 리턴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생략 가능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(a, b) -&gt; a + 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D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본문 여러 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} 필수, return 명시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(a, b) -&gt; { int r=a+b; return r; }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794760"/>
            <a:ext cx="768096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84048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축약 과정 예시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a, int b) -&gt; { return a + b; }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원형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-&gt; { return a + b; }         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타입 생략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b) -&gt; a + b                      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{}, return 생략 (본문 1줄)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함수형 인터페이스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 메서드가 딱 1개인 인터페이스 = 람다식 사용 가능!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인터페이스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Runnable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 run()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X, 리턴 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() -&gt; println("Hi")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Consumer&lt;T&gt;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void accept(T)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O, 리턴 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println(s)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Supplier&lt;T&gt;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get()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X, 리턴 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() -&gt; "Hello"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Function&lt;T,R&gt;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 apply(T)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O, 리턴 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s.length()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Predicate&lt;T&gt;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boolean test(T)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매개변수 O, 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-&gt; n &gt;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474720"/>
            <a:ext cx="7680960" cy="1463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5204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직접 만들 때: @FunctionalInterface로 검증!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@FunctionalInterface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Calculator {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calc(int a, int b);  // 추상 메서드 1개만 허용!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void other();  ← 2개면 컴파일 오류!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— 컬렉션과 람다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132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names = new ArrayList&lt;&gt;(List.of("김","이","박","최","정"));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forEach — 모든 요소에 작업</a:t>
            </a:r>
            <a:endParaRPr lang="en-US" sz="11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names.forEach(n -&gt; System.out.println(n));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sort — 정렬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names.sort((a, b) -&gt; a.compareTo(b));        // 가나다순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names.sort((a, b) -&gt; b.compareTo(a));        // 역순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removeIf — 조건에 맞는 요소 삭제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names.removeIf(n -&gt; n.equals("박"));         // "박" 삭제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Map forEach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Integer&gt; scores = Map.of("김", 90, "이", 85);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scores.forEach((k, v) -&gt; println(k + ": " + v));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Comparator 정렬 (객체)</a:t>
            </a: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students.sort((s1, s2) -&gt; s2.score - s1.score); // 점수 내림차순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20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메서드 참조 (::)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람다식이 기존 메서드 호출 하나뿐이면 :: 으로 더 축약!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783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람다식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메서드 참조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메서드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Integer.parseInt(s)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Integer::parseInt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인스턴스 메서드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s.toUpperCase()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String::toUpperCase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특정 객체 메서드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System.out.println(s)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System.out::println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생성자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-&gt; new String(s)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String::new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108960"/>
            <a:ext cx="768096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315468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names = List.of("김", "이", "박");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람다식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names.forEach(n -&gt; System.out.println(n));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메서드 참조 (더 간결!)</a:t>
            </a: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names.forEach(System.out::println);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정렬에서도!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names.sort(String::compareTo);  // 가나다순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3152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진화 과정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65960" cy="10058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9659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클래스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Impl implements I { ... 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23160" y="1554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65960" cy="10058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280160"/>
            <a:ext cx="19659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클래스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I() { @Override ... };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1554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65960" cy="10058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28016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(param) -&gt; { body }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20840" y="15544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65960" cy="10058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128016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13716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참조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1645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Class::method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234476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23447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88720" y="231733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익명 클래스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251849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인터페이스() { 구현 }; — 이름 없이 즉석 정의. 1회성 구현에 적합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280196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8019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88720" y="277453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람다식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297569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(매개변수) -&gt; { 본문 } — 함수형 인터페이스를 간결하게 구현. Java 8+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325916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2591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323173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축약 규칙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88720" y="343289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 1개 → () 생략 | 본문 1줄 → {} return 생략 | 타입 생략 가능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371636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7163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88720" y="368893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함수형 인터페이스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88720" y="389009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추상 메서드 1개. Runnable, Consumer, Function, Predicate 등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" y="417356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1735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88720" y="414613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 활용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88720" y="434729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forEach, sort, removeIf + 람다 = 실무 필수 조합!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4630762"/>
            <a:ext cx="310896" cy="3108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46307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88720" y="460333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참조 (::)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88720" y="4804498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System.out::println, String::compareTo — 람다의 극한 축약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1399</Words>
  <Application>Microsoft Office PowerPoint</Application>
  <PresentationFormat>화면 슬라이드 쇼(16:9)</PresentationFormat>
  <Paragraphs>257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맑은 고딕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익명 클래스와 람다식</dc:title>
  <dc:subject>PptxGenJS Presentation</dc:subject>
  <dc:creator>Korea IT Academy</dc:creator>
  <cp:lastModifiedBy>user</cp:lastModifiedBy>
  <cp:revision>2</cp:revision>
  <dcterms:created xsi:type="dcterms:W3CDTF">2026-04-09T01:37:07Z</dcterms:created>
  <dcterms:modified xsi:type="dcterms:W3CDTF">2026-04-09T01:39:29Z</dcterms:modified>
</cp:coreProperties>
</file>