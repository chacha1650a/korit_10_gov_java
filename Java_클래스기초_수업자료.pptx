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286000"/>
            <a:ext cx="2286000" cy="22860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 클래스 기초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객체지향 프로그래밍의 시작 — 클래스 · 객체 · 필드 · 메서드 · 생성자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18288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한국IT교육센터 부산점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7490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현실 세계를 코드로 옮기는 첫 걸음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768096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914400"/>
            <a:ext cx="54864" cy="43891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969264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969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54480" y="9418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객체지향이란? (OOP)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54480" y="114300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객체지향이 필요한가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426464"/>
            <a:ext cx="768096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426464"/>
            <a:ext cx="54864" cy="43891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481328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54480" y="1453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클래스와 객체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54480" y="165506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설계도(클래스)와 실체(객체)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1938528"/>
            <a:ext cx="768096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1938528"/>
            <a:ext cx="54864" cy="4389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5840" y="199339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54480" y="1965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필드 (Field)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54480" y="21671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객체의 속성 — 데이터 저장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2450592"/>
            <a:ext cx="768096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2450592"/>
            <a:ext cx="54864" cy="43891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5840" y="2505456"/>
            <a:ext cx="329184" cy="3291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2505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54480" y="24780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메서드 (Method)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54480" y="2679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객체의 행동 — 기능 정의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2962656"/>
            <a:ext cx="768096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1520" y="2962656"/>
            <a:ext cx="54864" cy="43891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Shape 27"/>
          <p:cNvSpPr/>
          <p:nvPr/>
        </p:nvSpPr>
        <p:spPr>
          <a:xfrm>
            <a:off x="1005840" y="3017520"/>
            <a:ext cx="329184" cy="3291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554480" y="29900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생성자 (Constructor)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554480" y="319125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 생성 시 초기화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" y="3474720"/>
            <a:ext cx="768096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1520" y="3474720"/>
            <a:ext cx="54864" cy="4389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Shape 33"/>
          <p:cNvSpPr/>
          <p:nvPr/>
        </p:nvSpPr>
        <p:spPr>
          <a:xfrm>
            <a:off x="1005840" y="3529584"/>
            <a:ext cx="329184" cy="32918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1005840" y="3529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554480" y="35021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키워드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554480" y="37033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 자신을 가리키는 참조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1520" y="3986784"/>
            <a:ext cx="768096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31520" y="3986784"/>
            <a:ext cx="54864" cy="43891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5840" y="4041648"/>
            <a:ext cx="329184" cy="3291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554480" y="40142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제한자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554480" y="421538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/ private 기초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31520" y="4498848"/>
            <a:ext cx="768096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31520" y="4498848"/>
            <a:ext cx="54864" cy="43891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7" name="Shape 45"/>
          <p:cNvSpPr/>
          <p:nvPr/>
        </p:nvSpPr>
        <p:spPr>
          <a:xfrm>
            <a:off x="1005840" y="4553712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8" name="Text 46"/>
          <p:cNvSpPr/>
          <p:nvPr/>
        </p:nvSpPr>
        <p:spPr>
          <a:xfrm>
            <a:off x="1005840" y="4553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554480" y="45262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실습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554480" y="472744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클래스 만들기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객체지향이란? (OOP)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— 현실 세계를 "객체" 단위로 모델링하는 프로그래밍 방법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7680960" cy="210312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비유: 자동차를 생각해보자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031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속성 (데이터): </a:t>
            </a:r>
            <a:pPr indent="0" marL="0">
              <a:buNone/>
            </a:pPr>
            <a:r>
              <a:rPr lang="en-US" sz="13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색상, 브랜드, 속도, 연료량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6060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606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 (기능): </a:t>
            </a:r>
            <a:pPr indent="0" marL="0">
              <a:buNone/>
            </a:pPr>
            <a:r>
              <a:rPr lang="en-US" sz="13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시동걸기, 가속, 브레이크, 주유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005840" y="3154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Java에서는  속성 = </a:t>
            </a:r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필드(Field)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행동 = </a:t>
            </a:r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메서드(Method)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3152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4대 특징 (미리보기)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31520" y="4206240"/>
            <a:ext cx="1828800" cy="4572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731520" y="4206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캡슐화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2743200" y="4206240"/>
            <a:ext cx="1828800" cy="45720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2743200" y="4206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상속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754880" y="4206240"/>
            <a:ext cx="1828800" cy="45720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4754880" y="4206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다형성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766560" y="4206240"/>
            <a:ext cx="1828800" cy="45720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766560" y="4206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추상화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클래스와 객체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3749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051560"/>
            <a:ext cx="3749040" cy="54864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1887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(Class) = 설계도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05840" y="1645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객체를 만들기 위한 틀(설계도)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속성과 기능을 가질지 정의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비유: 붕어빵 틀, 자동차 설계도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051560"/>
            <a:ext cx="3749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051560"/>
            <a:ext cx="374904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887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 (Object) = 실체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937760" y="1645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클래스를 기반으로 만든 실제 존재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메모리에 생성된 인스턴스(instance)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비유: 붕어빵, 실제 자동차</a:t>
            </a:r>
            <a:endParaRPr lang="en-US" sz="13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691640"/>
            <a:ext cx="320040" cy="3200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31520" y="3108960"/>
            <a:ext cx="7680960" cy="1920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2"/>
          <p:cNvSpPr/>
          <p:nvPr/>
        </p:nvSpPr>
        <p:spPr>
          <a:xfrm>
            <a:off x="1005840" y="3154680"/>
            <a:ext cx="7132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클래스 정의 (설계도)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Car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brand = "현대";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필드(속성)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speed = 0;      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필드(속성)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객체 생성 (실체 만들기)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 myCar = </a:t>
            </a:r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Car();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객체 생성!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필드 (Field)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객체의 속성(데이터)을 저장하는 변수 — 클래스 내부에 선언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4572000" cy="256032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정의 + 필드 사용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1920240"/>
            <a:ext cx="402336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96596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Person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name;  // 필드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age;      // 필드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 p = new Person();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p.name = "김자바";  // 필드 접근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p.age = 25;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println(p.name + ", " + p.age);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1463040"/>
            <a:ext cx="2834640" cy="256032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760720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필드 기본값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965960"/>
          <a:ext cx="24688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자료형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기본값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int, long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String(참조형)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null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731520" y="4251960"/>
            <a:ext cx="7680960" cy="64008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42976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필드는 초기화하지 않아도 기본값이 자동 부여됨 (지역변수와 다름!)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필드 접근: 객체명.필드명 (예: p.name)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메서드 (Method)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객체의 행동(기능)을 정의하는 함수 — 클래스 내부에 선언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768096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리턴타입</a:t>
            </a:r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메서드명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매개변수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실행문; }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768096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148840"/>
            <a:ext cx="768096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예제: Dog 클래스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2606040"/>
            <a:ext cx="7223760" cy="21945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651760"/>
            <a:ext cx="6858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name;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bark() {                  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리턴 없음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println(name + "가 멍멍!");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add(int a, int b) {        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리턴 있음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a + b;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 d = new Dog(); d.name = "바둑이"; d.bark();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void vs 리턴타입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3749040" cy="228600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051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— 리턴 없음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371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단순히 동작만 수행 (결과를 돌려주지 않음)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05840" y="1691640"/>
            <a:ext cx="3200400" cy="12801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7373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sayHello(String name)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println("안녕, " + name);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return 없음!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obj.sayHello("자바");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3749040" cy="228600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051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리턴타입 — 결과 반환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371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계산 결과를 돌려줌 (변수에 저장 가능)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1691640"/>
            <a:ext cx="3200400" cy="12801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17373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add(int a, int b) {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+ b;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result = obj.add(3, 5);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result = 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7680960" cy="146304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566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매개변수(Parameter)와 인자(Argument)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393192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매개변수: </a:t>
            </a:r>
            <a:pPr indent="0" marL="0">
              <a:buNone/>
            </a:pPr>
            <a:r>
              <a:rPr lang="en-US" sz="12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메서드 선언 시 괄호 안에 정의하는 변수 (int a, int b)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인자(Argument): </a:t>
            </a:r>
            <a:pPr indent="0" marL="0">
              <a:buNone/>
            </a:pPr>
            <a:r>
              <a:rPr lang="en-US" sz="12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메서드 호출 시 실제로 전달하는 값 (3, 5)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add(int a, int b)  ← 매개변수    |    obj.add(3, 5)  ← 인자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생성자 (Constructor)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객체가 생성될 때 자동으로 호출되는 특별한 메서드 — 초기화 담당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325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메서드명이 클래스명과 동일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18488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16184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리턴 타입이 없음 (void도 안 씀)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1109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1560" y="191109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키워드로 객체 생성 시 자동 호출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731520" y="2286000"/>
            <a:ext cx="7680960" cy="2743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8"/>
          <p:cNvSpPr/>
          <p:nvPr/>
        </p:nvSpPr>
        <p:spPr>
          <a:xfrm>
            <a:off x="1005840" y="2331720"/>
            <a:ext cx="7132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name;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age;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생성자: 클래스명과 동일, 리턴타입 없음!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Student(String name, int age)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this.name = name;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this.age = age;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객체 생성 시 생성자 호출 → 바로 초기화!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s = new Student("김자바", 20);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키워드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"나 자신(현재 객체)"을 가리키는 참조 변수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749040" cy="228600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463040"/>
            <a:ext cx="37490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없이 (문제 발생!)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1920240"/>
            <a:ext cx="3200400" cy="1554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196596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Student(String name) {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= name;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매개변수 name을 자기자신에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대입 → 필드는 변경 안 됨!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s.name = null (초기화 실패!)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3749040" cy="228600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1463040"/>
            <a:ext cx="3749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사용 (해결!)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37760" y="1920240"/>
            <a:ext cx="3200400" cy="1554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96596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Student(String name) {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this.name = name;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this.name = 필드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name = 매개변수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s.name = "김자바" (성공!)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977640"/>
            <a:ext cx="7680960" cy="91440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02336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사용 시점: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필드명과 매개변수명이 같을 때 구분하기 위해 사용. 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this.필드 = 매개변수  →  "내 필드에 전달받은 값을 넣어라"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접근 제한자 (기초)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필드와 메서드에 대한 접근 범위를 제어 — 캡슐화의 핵심!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371600"/>
            <a:ext cx="3749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어디서든 접근 가능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외부에서 자유롭게 사용 가능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주로 메서드에 사용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371600"/>
            <a:ext cx="37490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같은 클래스만 접근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외부에서 직접 접근 불가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Getter/Setter로 우회 접근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246120"/>
            <a:ext cx="768096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291840"/>
            <a:ext cx="7132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Account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balance = 0;   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외부 접근 차단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getBalance() {  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balance;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deposit(int amount) {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Setter 역할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balance += amount;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종합 실습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51560"/>
            <a:ext cx="7132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name;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score;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생성자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Student(String name, int score)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this.name = name;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this.score = score;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메서드: 합격 여부 판정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getResult()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(score &gt;= 60) ? "합격" : "불합격";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메서드: 정보 출력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printInfo() {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printf("%s: %d점 → %s%n", name, score, getResult());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종합 실습 — Student 사용하기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7680960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960120"/>
            <a:ext cx="7132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Main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void main(String[] args) {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Student s1 = new Student("김자바", 85);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Student s2 = new Student("이파이", 45);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s1.printInfo();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s2.printInfo();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338328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3383280"/>
            <a:ext cx="64008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429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3657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김자바: 85점 → 합격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이파이: 45점 → 불합격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434340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4343400"/>
            <a:ext cx="64008" cy="685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38912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예제에서 배운 것: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정의 + private 필드 + 생성자(this) + 메서드(void/return) + 객체 생성(new) + 메서드 호출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요약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3716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78992"/>
            <a:ext cx="347472" cy="3474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80160" y="1051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28016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현실 세계를 객체(속성+행동) 단위로 모델링하는 프로그래밍 패러다임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347472" cy="3474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80160" y="15727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vs 객체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180136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클래스=설계도, 객체=실체(new로 생성). 하나의 클래스로 여러 객체 생성 가능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121408"/>
            <a:ext cx="347472" cy="3474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209397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필드 (Field)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232257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객체의 속성(데이터). 기본값 자동 부여. 접근: 객체명.필드명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642616"/>
            <a:ext cx="347472" cy="3474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642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261518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메서드 (Method)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284378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객체의 기능. void(리턴 없음) vs 리턴타입(결과 반환). 매개변수로 값 전달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163824"/>
            <a:ext cx="347472" cy="3474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80160" y="31363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생성자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336499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클래스명과 동일, 리턴타입 없음. new 호출 시 자동 실행 → 필드 초기화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3685032"/>
            <a:ext cx="347472" cy="3474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685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80160" y="3657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80160" y="388620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 자신(현재 객체) 참조. 필드명 = 매개변수명일 때 구분용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4206240"/>
            <a:ext cx="347472" cy="3474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280160" y="41788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제한자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80160" y="440740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private(내부만) / public(어디서든). Getter/Setter로 안전하게 접근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4663440"/>
            <a:ext cx="7680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한국IT교육센터 부산점  |  Java 클래스 기초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클래스 기초</dc:title>
  <dc:subject>PptxGenJS Presentation</dc:subject>
  <dc:creator>Korea IT Academy</dc:creator>
  <cp:lastModifiedBy>Korea IT Academy</cp:lastModifiedBy>
  <cp:revision>1</cp:revision>
  <dcterms:created xsi:type="dcterms:W3CDTF">2026-03-31T00:13:49Z</dcterms:created>
  <dcterms:modified xsi:type="dcterms:W3CDTF">2026-03-31T00:13:49Z</dcterms:modified>
</cp:coreProperties>
</file>