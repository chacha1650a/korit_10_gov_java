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286000"/>
            <a:ext cx="2286000" cy="22860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 예외처리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try-catch · finally · throws · throw · 사용자 정의 예외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18288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한국IT교육센터 부산점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7490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프로그램이 죽지 않게 하는 안전장치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768096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822960"/>
            <a:ext cx="54864" cy="4297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877824"/>
            <a:ext cx="320040" cy="3200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8778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08760" y="8412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예외란?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08760" y="104241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에러 vs 예외, 예외 계층 구조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325880"/>
            <a:ext cx="768096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1325880"/>
            <a:ext cx="54864" cy="4297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1380744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3807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08760" y="1344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try-catch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08760" y="154533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예외를 잡아서 처리하는 기본 구조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1828800"/>
            <a:ext cx="768096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1828800"/>
            <a:ext cx="54864" cy="4297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1005840" y="1883664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18836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508760" y="18470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다중 catch · finally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08760" y="204825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예외 처리 + 반드시 실행 블록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2331720"/>
            <a:ext cx="768096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2331720"/>
            <a:ext cx="54864" cy="42976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5840" y="2386584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23865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508760" y="23500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vs Unchecked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508760" y="255117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컴파일 강제 vs 선택적 예외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2834640"/>
            <a:ext cx="768096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1520" y="2834640"/>
            <a:ext cx="54864" cy="4297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Shape 27"/>
          <p:cNvSpPr/>
          <p:nvPr/>
        </p:nvSpPr>
        <p:spPr>
          <a:xfrm>
            <a:off x="1005840" y="2889504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" y="28895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508760" y="28529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throws — 예외 떠넘기기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508760" y="305409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호출한 쪽에서 처리하도록 위임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" y="3337560"/>
            <a:ext cx="768096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1520" y="3337560"/>
            <a:ext cx="54864" cy="4297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5" name="Shape 33"/>
          <p:cNvSpPr/>
          <p:nvPr/>
        </p:nvSpPr>
        <p:spPr>
          <a:xfrm>
            <a:off x="1005840" y="3392424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6" name="Text 34"/>
          <p:cNvSpPr/>
          <p:nvPr/>
        </p:nvSpPr>
        <p:spPr>
          <a:xfrm>
            <a:off x="1005840" y="3392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508760" y="33558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— 예외 직접 발생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508760" y="355701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개발자가 의도적으로 예외 생성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1520" y="3840480"/>
            <a:ext cx="768096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31520" y="3840480"/>
            <a:ext cx="54864" cy="4297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5840" y="3895344"/>
            <a:ext cx="320040" cy="3200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38953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508760" y="38587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정의 예외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508760" y="405993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나만의 예외 클래스 만들기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31520" y="4343400"/>
            <a:ext cx="768096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31520" y="4343400"/>
            <a:ext cx="54864" cy="4297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7" name="Shape 45"/>
          <p:cNvSpPr/>
          <p:nvPr/>
        </p:nvSpPr>
        <p:spPr>
          <a:xfrm>
            <a:off x="1005840" y="4398264"/>
            <a:ext cx="320040" cy="3200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8" name="Text 46"/>
          <p:cNvSpPr/>
          <p:nvPr/>
        </p:nvSpPr>
        <p:spPr>
          <a:xfrm>
            <a:off x="1005840" y="43982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508760" y="43616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try-with-resources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508760" y="456285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자원 자동 해제 (Java 7+)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예외란?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3749040" cy="137160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051560"/>
            <a:ext cx="374904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1887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에러 (Error)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05840" y="1554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레벨의 심각한 문제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복구 불가능 → 프로그램 종료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OutOfMemoryError, StackOverflowError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051560"/>
            <a:ext cx="3749040" cy="137160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663440" y="1051560"/>
            <a:ext cx="3749040" cy="548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1887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예외 (Exception)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937760" y="1554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프로그램 레벨의 처리 가능한 문제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개발자가 대비 가능 → try-catch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NullPointerException, IOException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3152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예외 계층 구조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3200400" y="2971800"/>
            <a:ext cx="2743200" cy="411480"/>
          </a:xfrm>
          <a:prstGeom prst="rect">
            <a:avLst/>
          </a:prstGeom>
          <a:solidFill>
            <a:srgbClr val="64748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3200400" y="2971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Throwable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743200" y="3383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ED7AA"/>
                </a:solidFill>
              </a:rPr>
              <a:t>↙           ↘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914400" y="3611880"/>
            <a:ext cx="2286000" cy="41148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914400" y="3611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029200" y="3611880"/>
            <a:ext cx="3200400" cy="411480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5029200" y="3611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5029200" y="4023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ED7AA"/>
                </a:solidFill>
              </a:rPr>
              <a:t>↙         ↘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4114800" y="4251960"/>
            <a:ext cx="2286000" cy="41148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4114800" y="4251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예외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675120" y="4251960"/>
            <a:ext cx="1828800" cy="41148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6675120" y="4251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RuntimeException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114800" y="46634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ED7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IOException 등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675120" y="46634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ED7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NullPointer 등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try-catch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37490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960120"/>
            <a:ext cx="37490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051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예외 처리 없이 — 프로그램 사망!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1371600"/>
            <a:ext cx="3383280" cy="1417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41732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arr = {1, 2, 3};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System.out.println(arr[5]);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ArrayIndexOutOfBoundsException!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여기부터 실행 안 됨! (프로그램 종료)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System.out.println("이거 출력 안 됨");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37490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60120"/>
            <a:ext cx="37490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051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try-catch — 프로그램 생존!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371600"/>
            <a:ext cx="3383280" cy="1417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41732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int[] arr = {1, 2, 3};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System.out.println(arr[5]);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catch (Exception e) {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System.out.println("오류: "+e.getMessage());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System.out.println("프로그램 계속!");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291840"/>
            <a:ext cx="768096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1546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예외 발생 시 실행 흐름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337560"/>
            <a:ext cx="7132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println("1. try 시작");       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실행 O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result = 10 / 0;            </a:t>
            </a:r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예외 발생! → catch로 점프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println("2. 이건 실행 안 됨");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실행 X (건너뜀)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catch (ArithmeticException e) {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println("3. 예외 잡음: " + e.getMessage());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실행 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println("4. 프로그램 계속");      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실행 O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다중 catch · finally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7680960" cy="3931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51560"/>
            <a:ext cx="7132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s = null;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s.length();  // NullPointerException 발생!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catch (NullPointerException e) {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println("널 오류: " + e.getMessage());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catch (ArrayIndexOutOfBoundsException e) {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println("인덱스 오류: " + e.getMessage());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catch (Exception e) {                      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나머지 전부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println("기타 오류: " + e.getMessage());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finally {                                  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무조건 실행!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println("항상 실행됨 (자원 정리 등)");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6634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  </a:t>
            </a:r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하위 예외를 위에, Exception은 맨 아래!  finally는 예외 발생 여부와 상관없이 항상 실행.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Checked vs Unchecked 예외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429000"/>
                <a:gridCol w="34290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Checked 예외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Unchecked 예외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처리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반드시 try-catch 또는 throws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선택적 (안 해도 컴파일 OK)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 직속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RuntimeException 하위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발생 시점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컴파일 시 확인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실행 중 발생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대표 예시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IOException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FileNotFoundException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SQLException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NullPointerException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ArrayIndexOutOfBounds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ArithmeticException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특징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외부 환경 의존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(파일, DB, 네트워크)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개발자 실수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(코드 로직 오류)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3611880"/>
            <a:ext cx="7680960" cy="1325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3657600"/>
            <a:ext cx="7132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Checked 예외 — 반드시 처리해야 컴파일 성공!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FileReader reader = new FileReader("test.txt"); </a:t>
            </a:r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컴파일 오류!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try-catch로 감싸거나 throws 선언 필수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Unchecked 예외 — 처리 안 해도 컴파일은 됨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result = 10 / 0;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컴파일 OK, 실행 시 ArithmeticException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throws — 예외 떠넘기기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"나는 처리 안 할게, 나를 호출한 쪽에서 처리해!" — 예외를 위로 전파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7680960" cy="3474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417320"/>
            <a:ext cx="7132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throws: 이 메서드에서 예외가 발생할 수 있다고 선언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readFile(String path) </a:t>
            </a:r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throws IOException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FileReader reader = new FileReader(path);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여기서 예외 처리 안 함 → 호출한 쪽이 책임!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호출하는 쪽에서 try-catch로 처리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void main(String[] args) {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 {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readFile("data.txt");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catch (IOException e)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println("파일 읽기 실패: " + e.getMessage());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throw — 예외 직접 발생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개발자가 의도적으로 예외를 만들어 던진다! throw new 예외클래스(메시지)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7680960" cy="2377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234440"/>
            <a:ext cx="7132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setAge(int age)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(age &lt; 0) {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throw new IllegalArgumentException</a:t>
            </a:r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("나이는 음수일 수 없습니다: " + age);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this.age = age;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호출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setAge(-5);  // IllegalArgumentException 발생!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794760"/>
            <a:ext cx="7680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3840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throws vs throw — 헷갈리지 말자!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4114800"/>
          <a:ext cx="73152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108960"/>
                <a:gridCol w="3108960"/>
              </a:tblGrid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위치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메서드 선언부 옆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메서드 본문 내부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역할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"이 예외가 날 수 있어" 선언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"이 예외를 지금 던져!" 실행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void m() throws IOException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throw new Exception("오류")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사용자 정의 예외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나만의 예외 클래스를 만들어 의미 있는 오류 처리!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7680960" cy="3474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417320"/>
            <a:ext cx="7132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사용자 정의 예외 (RuntimeException 상속 → Unchecked)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InsufficientBalanceException extends RuntimeException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balance, amount;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InsufficientBalanceException(int balance, int amount) {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super("잔액 부족: 잔액=" + balance + ", 출금=" + amount);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this.balance = balance; this.amount = amount;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사용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BankAccount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balance = 10000;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withdraw(int amount)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(amount &gt; balance)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new InsufficientBalanceException(balance, amount);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balance -= amount;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try-with-resources (Java 7+)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AutoCloseable 자원을 자동으로 닫아주는 구문 — finally에서 close() 안 해도 됨!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37490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234440"/>
            <a:ext cx="37490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325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방식 — 복잡!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1645920"/>
            <a:ext cx="338328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6916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FileReader r = null;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 = new FileReader("f.txt");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작업...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catch (IOException 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e.printStackTrace();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finally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 != null) r.close(); // 직접!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37490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34440"/>
            <a:ext cx="37490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325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try-with-resources — 간결!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1645920"/>
            <a:ext cx="338328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6916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try() 안에 자원 선언!</a:t>
            </a:r>
            <a:endParaRPr lang="en-US" sz="10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(</a:t>
            </a:r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FileReader r = new FileReader("f.txt")</a:t>
            </a:r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작업...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catch (IOException 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e.printStackTrace();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자동으로 close() 호출!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474720"/>
            <a:ext cx="76809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840" y="3520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예외 객체의 주요 메서드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794760"/>
          <a:ext cx="73152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7432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메서드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예시 출력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getMessage()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오류 메시지만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"/ by zero"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toString()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예외 클래스 + 메시지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"ArithmeticException: / by zero"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printStackTrace()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전체 스택 트레이스 출력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at Main.main(Main.java:5) ...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요약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731520"/>
            <a:ext cx="13716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941832"/>
            <a:ext cx="310896" cy="3108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41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88720" y="9144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예외란?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11556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Error(복구 불가) vs Exception(처리 가능). Throwable → Error / Exception 계층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310896" cy="3108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88720" y="13898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try-catch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159105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블록에서 예외 발생 → catch 블록으로 점프. 프로그램 종료 방지!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1892808"/>
            <a:ext cx="310896" cy="3108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88720" y="18653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다중 catch · finally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206654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하위 예외 먼저, Exception 마지막. finally는 무조건 실행 (자원 정리)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2368296"/>
            <a:ext cx="310896" cy="3108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368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88720" y="23408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vs Unchecked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254203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Checked: 반드시 처리 (IOException). Unchecked: 선택적 (NullPointer)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2843784"/>
            <a:ext cx="310896" cy="3108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843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88720" y="28163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301752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메서드 선언부에 예외 떠넘기기. 호출한 쪽에서 try-catch로 처리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3319272"/>
            <a:ext cx="310896" cy="3108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319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88720" y="32918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88720" y="349300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new 예외(); — 개발자가 의도적으로 예외 발생시키기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1520" y="3794760"/>
            <a:ext cx="310896" cy="3108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3794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88720" y="37673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정의 예외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88720" y="396849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Exception/RuntimeException 상속. 의미 있는 예외명 + 추가 필드 정의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1520" y="4270248"/>
            <a:ext cx="310896" cy="3108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4270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88720" y="42428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try-with-resources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88720" y="444398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try(자원) { } — AutoCloseable 자동 close(). finally 대체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4663440"/>
            <a:ext cx="76809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한국IT교육센터 부산점  |  Java 예외처리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예외처리</dc:title>
  <dc:subject>PptxGenJS Presentation</dc:subject>
  <dc:creator>Korea IT Academy</dc:creator>
  <cp:lastModifiedBy>Korea IT Academy</cp:lastModifiedBy>
  <cp:revision>1</cp:revision>
  <dcterms:created xsi:type="dcterms:W3CDTF">2026-04-08T06:49:00Z</dcterms:created>
  <dcterms:modified xsi:type="dcterms:W3CDTF">2026-04-08T06:49:00Z</dcterms:modified>
</cp:coreProperties>
</file>