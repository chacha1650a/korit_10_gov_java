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오버로딩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Overloading — 메서드 오버로딩 · 생성자 오버로딩 · 활용 패턴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이름, 다른 매개변수 — 유연한 코드의 시작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430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43000"/>
            <a:ext cx="64008" cy="5486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51560" y="1216152"/>
            <a:ext cx="402336" cy="402336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16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91640" y="1188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오버로딩이란?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435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이름, 다른 매개변수의 개념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8308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83080"/>
            <a:ext cx="64008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18562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1856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828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오버로딩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691640" y="2075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수·타입·순서로 구분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2316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423160"/>
            <a:ext cx="64008" cy="5486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1560" y="2496312"/>
            <a:ext cx="402336" cy="40233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 규칙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27157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경우 vs 불가능한 경우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063240"/>
            <a:ext cx="64008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3" name="Shape 21"/>
          <p:cNvSpPr/>
          <p:nvPr/>
        </p:nvSpPr>
        <p:spPr>
          <a:xfrm>
            <a:off x="1051560" y="31363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3136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3108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실전 예제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691640" y="3355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println, 계산기 클래스 구현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7033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703320"/>
            <a:ext cx="64008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1560" y="3776472"/>
            <a:ext cx="402336" cy="402336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3776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3749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오버로딩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691640" y="39959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방식으로 객체 생성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434340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4343400"/>
            <a:ext cx="64008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51560" y="4416552"/>
            <a:ext cx="402336" cy="402336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4416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91640" y="4389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 호출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691640" y="4636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생성자에서 다른 생성자 호출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오버로딩이란?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1887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이름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 메서드를 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매개변수를 다르게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하여 여러 개 정의하는 것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05840" y="17373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Over(위에) + Loading(적재) = 같은 이름 위에 여러 버전을 쌓아 올린다!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1520" y="2423160"/>
            <a:ext cx="7680960" cy="14630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2514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"더하기" 라는 행동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92608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9260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정수 2개 더하기:  3 + 5 = 8</a:t>
            </a:r>
            <a:endParaRPr lang="en-US" sz="12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5468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80160" y="31546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실수 2개 더하기:  3.5 + 2.1 = 5.6</a:t>
            </a:r>
            <a:endParaRPr lang="en-US" sz="12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38328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80160" y="33832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정수 3개 더하기:  1 + 2 + 3 = 6</a:t>
            </a:r>
            <a:endParaRPr lang="en-US" sz="12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61188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361188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문자열 더하기:  "Hello" + "World"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1005840" y="4160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 "더하기"라는 같은 이름이지만, 입력(매개변수)이 다르다!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Java는 매개변수의 수, 타입, 순서로 어떤 메서드를 호출할지 자동 결정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메서드 오버로딩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29260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051560"/>
            <a:ext cx="7132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Calculator {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1. int 2개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add(int a, int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2. double 2개 (타입 다름)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add(double a, double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3. int 3개 (개수 다름)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add(int a, int b, int c)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 + b + c;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4114800"/>
            <a:ext cx="768096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4114800"/>
            <a:ext cx="64008" cy="9144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호출 시 Java가 자동으로 매칭!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4434840"/>
            <a:ext cx="704088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43484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calc.add(3, 5)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int add(int, int)        // 8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calc.add(3.5, 2.1)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double add(double, double) // 5.6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오버로딩 규칙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9260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 가능 (O)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554480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554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개수 다름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005840" y="1810512"/>
            <a:ext cx="32004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8"/>
          <p:cNvSpPr/>
          <p:nvPr/>
        </p:nvSpPr>
        <p:spPr>
          <a:xfrm>
            <a:off x="1143000" y="18105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add(int a, int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add(int a, int b, int c)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30428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304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타입 다름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1005840" y="2560320"/>
            <a:ext cx="32004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1"/>
          <p:cNvSpPr/>
          <p:nvPr/>
        </p:nvSpPr>
        <p:spPr>
          <a:xfrm>
            <a:off x="1143000" y="25603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add(int a, int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add(double a, double b)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5409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30540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순서 다름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1005840" y="3310128"/>
            <a:ext cx="320040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4"/>
          <p:cNvSpPr/>
          <p:nvPr/>
        </p:nvSpPr>
        <p:spPr>
          <a:xfrm>
            <a:off x="1143000" y="331012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print(String s, int 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print(int n, String s)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1051560"/>
            <a:ext cx="3749040" cy="292608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1" name="Shape 16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17"/>
          <p:cNvSpPr/>
          <p:nvPr/>
        </p:nvSpPr>
        <p:spPr>
          <a:xfrm>
            <a:off x="49377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 불가 (X)</a:t>
            </a:r>
            <a:endParaRPr lang="en-US" sz="16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201168" cy="20116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15544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리턴타입만 다른 경우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937760" y="1810512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0"/>
          <p:cNvSpPr/>
          <p:nvPr/>
        </p:nvSpPr>
        <p:spPr>
          <a:xfrm>
            <a:off x="5074920" y="181051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add(int a, int b) // 오류!</a:t>
            </a:r>
            <a:endParaRPr lang="en-US" sz="100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514600"/>
            <a:ext cx="201168" cy="20116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12080" y="2514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 이름만 다른 경우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4937760" y="2770632"/>
            <a:ext cx="3200400" cy="502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0" name="Text 23"/>
          <p:cNvSpPr/>
          <p:nvPr/>
        </p:nvSpPr>
        <p:spPr>
          <a:xfrm>
            <a:off x="5074920" y="277063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a, int b)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add(int x, int y) // 오류!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31520" y="4206240"/>
            <a:ext cx="7680960" cy="6858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1005840" y="425196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 판별 기준은 오직 </a:t>
            </a:r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매개변수의 개수, 타입, 순서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뿐!  리턴타입이나 변수명은 무관.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실전 예제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005840"/>
            <a:ext cx="64008" cy="1463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097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쓰고 있었다! — System.out.println()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1463040"/>
            <a:ext cx="7040880" cy="8229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146304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println("Hello");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println(String)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println(123); 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println(int)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println(3.14);     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println(double)  ← 모두 오버로딩!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697480"/>
            <a:ext cx="7680960" cy="23774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514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실습: 다양한 타입의 출력 메서드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7132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Printer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print(String msg)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System.out.println("문자열: " + msg);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print(int num)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System.out.println("정수: " + num);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print(String msg, int count)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(int i = 0; i &lt; count; i++)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System.out.println(msg);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생성자 오버로딩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방식으로 객체를 생성할 수 있게 하는 기법 — 생성자도 오버로딩 가능!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463040"/>
            <a:ext cx="7680960" cy="2743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508760"/>
            <a:ext cx="7132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int age;  String major;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생성자 1: 이름만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 this.age = 0; this.major = "미정";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생성자 2: 이름 + 나이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age)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 this.age = age; this.major = "미정";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생성자 3: 전부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age, String major)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 this.age = age; this.major = major;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389120"/>
            <a:ext cx="7680960" cy="5943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41655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Student("김자바")          </a:t>
            </a:r>
            <a:pPr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Student("이자바", 20)     </a:t>
            </a:r>
            <a:pPr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new Student("박자바", 22, "CS")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this() — 생성자에서 다른 생성자 호출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중복을 줄이는 핵심 테크닉! 생성자 체이닝(Constructor Chaining)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7680960" cy="3017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7132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Student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name;  int age;  String major;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메인 생성자 (모든 필드 초기화)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age, String major)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this.name = name;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this.age = age;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this.major = major;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this()로 메인 생성자 호출 → 중복 제거!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name) {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this(name, 0, "미정");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Student(String name, int age) {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this(name, age, "미정");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4526280"/>
            <a:ext cx="64008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5262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this()는 반드시 생성자의 첫 번째 줄에 와야 한다! 다른 코드 뒤에 올 수 없음.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86868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4300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2588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오버로딩이란?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이름의 메서드를 매개변수를 다르게 하여 여러 개 정의하는 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01368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175564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오버로딩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029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매개변수의 개수, 타입, 순서가 달라야 함. println()이 대표적 예시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459736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25880" y="2414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오버로딩 규칙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268833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리턴타입만 다르거나 변수명만 다른 것은 오버로딩이 아님 (컴파일 오류)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118104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 오버로딩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334670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 방식으로 객체 생성 가능. 필수값만, 일부값, 전체값 등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3776472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76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25880" y="3730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this() 호출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4005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생성자에서 다른 생성자 호출 → 코드 중복 제거. 반드시 첫 줄에 작성!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오버로딩 (Overloading)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오버로딩 (Overloading)</dc:title>
  <dc:subject>PptxGenJS Presentation</dc:subject>
  <dc:creator>Korea IT Academy</dc:creator>
  <cp:lastModifiedBy>Korea IT Academy</cp:lastModifiedBy>
  <cp:revision>1</cp:revision>
  <dcterms:created xsi:type="dcterms:W3CDTF">2026-03-31T05:12:26Z</dcterms:created>
  <dcterms:modified xsi:type="dcterms:W3CDTF">2026-03-31T05:12:26Z</dcterms:modified>
</cp:coreProperties>
</file>