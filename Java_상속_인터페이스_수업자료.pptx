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966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상속과 인터페이스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· 오버라이딩 · 캐스팅 · abstract class · interface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OOP의 꽃 — 코드 재사용과 다형성의 세계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6926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9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41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상속이란? (extends)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1430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클래스의 기능을 물려받기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26464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426464"/>
            <a:ext cx="54864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4813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453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 코드 실습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16550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키워드와 생성자 호출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938528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938528"/>
            <a:ext cx="54864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19933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오버라이딩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21671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메서드를 자식이 재정의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450592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450592"/>
            <a:ext cx="54864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505456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478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업캐스팅 / 다운캐스팅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2679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타입으로 자식 객체 다루기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962656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962656"/>
            <a:ext cx="54864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01752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2990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다형성 (Polymorphism)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3191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타입, 다른 동작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474720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474720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529584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502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 클래스 (abstract)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54480" y="3703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미완성 설계도 — 반드시 구현 강제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986784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986784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041648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014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 (interface)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54480" y="42153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 — 100% 추상 메서드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498848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4498848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455371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54480" y="4526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vs interface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554480" y="47274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무엇을 쓸까?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상속이란? (extends)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43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클래스(부모)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필드와 메서드를 </a:t>
            </a: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클래스(자식)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물려받는 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15544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부모의 재산(필드)과 능력(메서드)을 자식이 상속받고, 자신만의 것을 추가할 수 있다!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2103120"/>
            <a:ext cx="2743200" cy="640080"/>
          </a:xfrm>
          <a:prstGeom prst="rect">
            <a:avLst/>
          </a:prstGeom>
          <a:solidFill>
            <a:srgbClr val="F9731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(부모)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4320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ED7AA"/>
                </a:solidFill>
              </a:rPr>
              <a:t>↙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94360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ED7AA"/>
                </a:solidFill>
              </a:rPr>
              <a:t>↘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371600" y="3108960"/>
            <a:ext cx="228600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(자식)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0" y="3108960"/>
            <a:ext cx="2286000" cy="64008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(자식)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15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상속의 장점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05840" y="4297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재사용 — 중복 코드 제거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53712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45537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 용이 — 부모만 수정하면 자식에 반영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0974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48097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다형성 — 부모 타입으로 자식 객체를 다룰 수 있음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상속 코드 실습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클래스 (Animal)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338328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508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Animal(String name)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eat() {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println(name + " 먹는다");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자식 클래스 (Dog)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38328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08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</a:t>
            </a: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Animal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breed;  // 자식 고유 필드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Dog(String name, String breed){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super(name);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this.breed = breed;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bark() { // 자식 고유 메서드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println("멍멍!");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680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520440"/>
            <a:ext cx="64008" cy="1508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566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super()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부모 생성자 호출 (반드시 자식 생성자 첫 줄!)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3931920"/>
            <a:ext cx="70408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9776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d = new Dog("바둑이", "진돗개");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d.eat();   // "바둑이 먹는다" ← 부모 메서드 사용!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d.bark();  // "멍멍!"         ← 자식 고유 메서드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메서드 오버라이딩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부모의 메서드를 자식이 같은 이름·매개변수로 재정의하는 것 (Override = 덮어쓰기)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14630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Animal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783080"/>
            <a:ext cx="32004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28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sound()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println("...");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749040" cy="14630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자식 Dog — @Override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32004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828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sound()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println("멍멍!");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 vs 오버라이딩 — 헷갈리지 말자!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611880"/>
          <a:ext cx="731520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오버로딩 (Overloading)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오버라이딩 (Overriding)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클래스 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부모-자식 관계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메서드명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달라야 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같아야 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리턴타입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같아야 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편의성 (다양한 입력)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재정의 (동작 변경)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업캐스팅 / 다운캐스팅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업캐스팅 (자식 → 부모)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변환! 부모 타입으로 자식 객체 참조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33832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91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자동 (암시적)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new Dog("바둑이","진돗개");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a.eat();    // OK (부모 메서드)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a.sound();  // OK (오버라이딩된 메서드)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a.bark();   // 오류! (자식 고유 메서드)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부모 타입이므로 부모에 정의된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멤버만 접근 가능!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다운캐스팅 (부모 → 자식)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명시적 캐스팅 필요! instanceof로 확인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33832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691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new Dog("바둑이","진돗개");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instanceof로 안전 확인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 instanceof Dog) {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Dog d = (Dog) 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d.bark(); // 이제 OK!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잘못된 캐스팅 시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ClassCastException 발생!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9476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업캐스팅: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자동. 부모 타입 변수에 자식 객체 저장. 부모 멤버만 접근 가능.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다운캐스팅: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수동. (타입) 캐스팅 필요. 반드시 instanceof로 확인 후 사용!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오버라이딩된 메서드: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업캐스팅 상태에서도 자식의 오버라이딩된 메서드가 호출됨! (= 다형성)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다형성 (Polymorphism)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타입(부모)으로 다양한 자식 객체를 다루고, 각각 다른 동작을 실행!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7132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Cat extends Animal {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Cat(String n) { super(n);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sound() { println("야옹!");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다형성: 부모 타입 배열에 다양한 자식 객체!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Animal[] animals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Dog("바둑이", "진돗개"),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Cat("나비"),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Dog("멍멍이", "시바견")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(Animal a : animals) {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a.sound();  // 각 객체의 오버라이딩된 메서드 호출!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멍멍! → 야옹! → 멍멍!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타입은 Animal 하나인데, 실행 시 각 객체의 실제 타입에 따라 다른 sound()가 호출된다!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추상 클래스 (abstract class)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미완성 설계도 — 추상 메서드를 포함하며, 직접 객체를 생성할 수 없다!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7132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 Shape {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color;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Shape(String color) { this.color = color;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추상 메서드: 본문 없음! 자식이 반드시 구현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abstract double getArea();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일반 메서드도 가질 수 있음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printColor() { println("색상: " + color);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 extends Shape {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radius;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Circle(String c, double r) { super(c); this.radius = r;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getArea() { return Math.PI * radius * radius; }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Shape() → 오류!  </a:t>
            </a: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Circle("빨강", 5.0) → OK!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 클래스는 직접 생성 불가, 자식만 생성 가능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인터페이스 (interface)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 — "이 기능을 반드시 구현하겠다"는 약속. 모든 메서드가 추상 메서드!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Flyable {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fly();  // public abstract 자동 생략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Swimmable {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swim();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다중 구현 가능! (다중 상속 X, 다중 구현 O)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Duck extends Animal </a:t>
            </a: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Flyable, Swimmable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Duck(String n) { super(n); }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void sound() { println("꽥꽥!"); }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public void fly() { println("날기!"); }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public void swim() { println("수영!"); }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7680960" cy="6400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434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상속은 1개만(extends), 인터페이스 구현은 여러 개 가능(implements A, B, C)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인터페이스의 모든 메서드는 반드시 구현해야 한다! 하나라도 빠지면 컴파일 오류.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 class vs interface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추상 클래스 (abstract)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인터페이스 (interface)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키워드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상속/구현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(1개만)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(여러 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 필드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상수만 (public static 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메서드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추상 + 일반 메서드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추상 메서드 (+ 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"~이다" (is-a)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"~할 수 있다" (can-do)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Animal,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Flyable, Serializable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5760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657600"/>
            <a:ext cx="64008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무엇을 쓸까?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 클래스: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코드(필드, 일반 메서드)를 공유하고 싶을 때. "Dog는 Animal이다"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"할 수 있는 능력"을 정의할 때. 다중 구현이 필요할 때. "Duck은 날 수 있고 수영할 수 있다"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인터페이스를 더 많이 사용! 유연한 설계의 핵심.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87552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 (extends)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17957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부모의 필드/메서드를 물려받아 코드 재사용. Java는 단일 상속만 허용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17904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1790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490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70992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생성자/메서드 호출. super()는 자식 생성자 첫 줄에 위치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48256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482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0208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오버라이딩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240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메서드를 자식이 재정의. @Override 어노테이션 권장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7860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78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5511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캐스팅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77063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업캐스팅(자동): 부모타입=자식객체 | 다운캐스팅(수동): instanceof 확인 필수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089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081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다형성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30098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타입 하나로 여러 자식 객체를 다룸. 오버라이딩된 메서드가 동적 호출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639312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3931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611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 클래스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83133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메서드 포함. 직접 생성 불가. 공통 코드 + 구현 강제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169664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16966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4142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36168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추상 메서드 모음. implements로 다중 구현. "~할 수 있다" 능력 정의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상속과 인터페이스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1334</Words>
  <Application>Microsoft Office PowerPoint</Application>
  <PresentationFormat>화면 슬라이드 쇼(16:9)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상속과 인터페이스</dc:title>
  <dc:subject>PptxGenJS Presentation</dc:subject>
  <dc:creator>Korea IT Academy</dc:creator>
  <cp:lastModifiedBy>user</cp:lastModifiedBy>
  <cp:revision>3</cp:revision>
  <dcterms:created xsi:type="dcterms:W3CDTF">2026-04-02T00:29:15Z</dcterms:created>
  <dcterms:modified xsi:type="dcterms:W3CDTF">2026-04-02T01:38:07Z</dcterms:modified>
</cp:coreProperties>
</file>