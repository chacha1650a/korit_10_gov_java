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 Object 클래스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클래스의 조상 — toString · equals · hashCode · getClass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7490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세계의 뿌리를 탐험하다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914400"/>
            <a:ext cx="54864" cy="47548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987552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87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9509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클래스란?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1704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클래스의 최상위 부모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463040"/>
            <a:ext cx="54864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3619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14996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toString()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17190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객체를 문자열로 표현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01168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011680"/>
            <a:ext cx="54864" cy="4754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208483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084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0" y="20482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equals()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22677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객체의 내용(값) 비교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56032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2560320"/>
            <a:ext cx="54864" cy="4754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2633472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2633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54480" y="25968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hashCode()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28163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객체의 고유 해시값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310896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3108960"/>
            <a:ext cx="54864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" y="3182112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54480" y="31455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 &amp; hashCode 규약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33649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둘을 함께 오버라이딩해야 하는가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365760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3657600"/>
            <a:ext cx="54864" cy="4754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5840" y="3730752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554480" y="36941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getClass() · instanceof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554480" y="39136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객체의 타입 확인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420624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1520" y="4206240"/>
            <a:ext cx="54864" cy="4754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279392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554480" y="42428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실습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554480" y="44622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클래스 완벽 구현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 클래스란?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7680960" cy="9144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88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143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Java의 모든 클래스는 Object를 자동으로 상속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한다!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16002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extends를 쓰지 않아도 컴파일러가 자동으로 "extends Object"를 추가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2194560"/>
            <a:ext cx="2743200" cy="59436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0" y="2194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(최상위)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28600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ED7AA"/>
                </a:solidFill>
              </a:rPr>
              <a:t>↙        ↓        ↘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3063240"/>
            <a:ext cx="2011680" cy="5029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474720" y="3063240"/>
            <a:ext cx="2011680" cy="50292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47472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943600" y="3063240"/>
            <a:ext cx="2011680" cy="50292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94360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60520" y="3566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ED7AA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474720" y="3840480"/>
            <a:ext cx="2011680" cy="5029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474720" y="3840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Dog, Cat ...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152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Object의 주요 메서드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toString()  |  equals()  |  hashCode()  |  getClass()  |  clone()  |  finalize()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toString()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객체를 문자열로 표현 — println(객체)하면 자동 호출!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749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325880"/>
            <a:ext cx="3749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오버라이딩 전 (기본)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783080"/>
            <a:ext cx="338328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8288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 = "바둑이";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 d = new Dog();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System.out.println(d);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Dog@1b6d3586 (클래스명@해시코드)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3749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25880"/>
            <a:ext cx="3749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오버라이딩 후 (커스텀)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1783080"/>
            <a:ext cx="338328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8288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 = "바둑이";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toString()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"Dog{" + name + "}";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출력: Dog{바둑이}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7680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657600"/>
            <a:ext cx="6400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toString()이 자동 호출되는 상황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7280" y="4023360"/>
            <a:ext cx="704088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40690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System.out.println(dog);  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println에 객체 전달 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"정보: " + dog             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문자열 연결(+) 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String.valueOf(dog)        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valueOf에 객체 전달 시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equals()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3749040" cy="146304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51560"/>
            <a:ext cx="3749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(기본 동작)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주소(참조) 비교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변수가 같은 객체를 가리키는지 확인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Object의 기본 equals()도 ==과 동일!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3749040" cy="146304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051560"/>
            <a:ext cx="3749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equals() 오버라이딩 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내용(값) 비교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 값이 같으면 true 리턴하도록 재정의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String은 이미 오버라이딩되어 있음!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7680960" cy="2194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788920"/>
            <a:ext cx="7132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Point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x, y;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Point(int x, int y) { this.x = x; this.y = y;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boolean equals(Object obj) {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(this == obj) return true;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같은 객체?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(!(obj instanceof Point)) return false;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타입 확인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Point other = (Point) obj;   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다운캐스팅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this.x == other.x &amp;&amp; this.y == other.y;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값 비교!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hashCode()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객체를 식별하는 정수값(해시코드) — 해시 기반 컬렉션(HashMap, HashSet)에서 사용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325880"/>
            <a:ext cx="64008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3716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도서관에서 책을 찾을 때, 모든 책장을 뒤지면 느리다.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해시코드 = 책장 번호!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해시코드로 먼저 책장을 찾고, 그 안에서 equals()로 정확히 비교한다.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768096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51460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Point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x, y;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hashCode()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Objects.hash(x, y);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// import java.util.Objects; 필요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34340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4343400"/>
            <a:ext cx="64008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3891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hashCode():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객체의 메모리 주소 기반 → 내용이 같아도 다른 값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오버라이딩 hashCode():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 값 기반 → 내용이 같으면 같은 해시코드!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equals &amp; hashCode 규약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7680960" cy="640080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equals()를 오버라이딩하면 반드시 hashCode()도 함께 오버라이딩해야 한다!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97480" cy="11887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920240"/>
            <a:ext cx="2697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011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규약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equals()가 true인 두 객체는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hashCode()도 같아야 한다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920240"/>
            <a:ext cx="2697480" cy="11887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920240"/>
            <a:ext cx="2697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011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규약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331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hashCode()가 같아도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equals()가 true일 필요는 없다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697480" cy="11887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920240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011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규약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331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equals()가 false인 두 객체의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hashCode()는 달라도 된다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337560"/>
            <a:ext cx="768096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2004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규약 위반 시 문제 (HashSet 예제)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38328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p1 = new Point(1, 2);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p2 = new Point(1, 2);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equals만 오버라이딩, hashCode는 안 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p1.equals(p2)  // true (내용 같음)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HashSet&lt;Point&gt; set = new HashSet&lt;&gt;();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set.add(p1);  set.add(p2);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set.size()  // 2 !!! (같은 점인데 중복 저장됨!)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getClass() · instanceof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3749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05840"/>
            <a:ext cx="374904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getClass()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객체의 클래스 정보를 Class 객체로 리턴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645920"/>
            <a:ext cx="338328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691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 d = new Dog();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</a:t>
            </a:r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d.getClass().getName()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"Dog"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d.getClass().getSimpleName()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"Dog" (패키지 제외)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3749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37490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instanceof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371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객체가 특정 타입인지 boolean 검사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645920"/>
            <a:ext cx="338328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691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 a = new Dog();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instanceof Dog    //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instanceof Animal // true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instanceof Object //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instanceof Cat    // false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7680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getClass() vs instanceof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566160"/>
          <a:ext cx="7315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971800"/>
                <a:gridCol w="2971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getClass()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검사 방식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정확히 같은 클래스만 true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상속 관계도 true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정확한 타입 비교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다형성 활용, 캐스팅 전 확인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d.getClass() == Dog.class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 instanceof Animal → true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종합 실습 — Student 완벽 구현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3931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51560"/>
            <a:ext cx="7132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java.util.Objects;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name;  private int id;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Student(String name, int id) { this.name=name; this.id=id;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  // toString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toString() { return "Student{"+name+", "+id+"}";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  // equals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boolean equals(Object o)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(this == o) return true;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(!(o instanceof Student)) return false;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Student s = (Student) o;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this.id == s.id &amp;&amp; Objects.equals(this.name, s.name);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  // hashCode (equals와 반드시 함께!)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hashCode() { return Objects.hash(name, id); }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종합 실습 — Student 사용하기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680960" cy="2468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914400"/>
            <a:ext cx="7132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s1 = new Student("김자바", 1001);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s2 = new Student("김자바", 1001);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s3 = new Student("이파이", 1002);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toString()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System.out.println(s1);              </a:t>
            </a:r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Student{김자바, 1001}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equals()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System.out.println(s1.equals(s2));   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 (내용 동일)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System.out.println(s1.equals(s3));   </a:t>
            </a:r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hashCode()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System.out.println(s1.hashCode() == s2.hashCode()); 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7680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3566160"/>
            <a:ext cx="64008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HashSet에서의 올바른 동작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3931920"/>
            <a:ext cx="704088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97764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HashSet&lt;Student&gt; set = new HashSet&lt;&gt;();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set.add(s1);  set.add(s2);  set.add(s3);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System.out.println(set.size());  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 (s1과 s2는 동일인물 → 중복 제거!)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요약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371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51560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34440" y="1005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클래스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26187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클래스의 최상위 부모. extends 없어도 자동 상속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27632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1581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toString()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837944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 → 문자열. println, + 연결 시 자동 호출. 기본은 클래스명@해시코드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2157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414016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기본은 == (주소 비교). 오버라이딩하여 필드 값 비교로 변경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779776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34440" y="2734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hashCode()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299008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해시 기반 컬렉션용 식별값. Objects.hash()로 간편 구현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355848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3310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 &amp; hashCode 규약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56616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equals가 true이면 hashCode도 같아야! 둘은 반드시 함께 오버라이딩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931920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getClass() · instanceof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14223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getClass: 정확한 클래스 확인 | instanceof: 상속 포함 타입 확인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  |  Java Object 클래스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Object 클래스</dc:title>
  <dc:subject>PptxGenJS Presentation</dc:subject>
  <dc:creator>Korea IT Academy</dc:creator>
  <cp:lastModifiedBy>Korea IT Academy</cp:lastModifiedBy>
  <cp:revision>1</cp:revision>
  <dcterms:created xsi:type="dcterms:W3CDTF">2026-04-03T01:21:57Z</dcterms:created>
  <dcterms:modified xsi:type="dcterms:W3CDTF">2026-04-03T01:21:57Z</dcterms:modified>
</cp:coreProperties>
</file>