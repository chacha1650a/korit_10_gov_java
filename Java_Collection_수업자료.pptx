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컬렉션 프레임워크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· LinkedList · HashSet · HashMap · 불변 컬렉션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배열의 한계를 넘어서 — 자유자재로 데이터를 다루자!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87782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프레임워크 개요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0424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배열의 한계와 컬렉션 계층 구조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32588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38074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5453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O, 중복 O — 가장 많이 쓰는 리스트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828800"/>
            <a:ext cx="54864" cy="4297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88366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1847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0482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삽입/삭제 빠른 연결 리스트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331720"/>
            <a:ext cx="54864" cy="429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386584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350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vs LinkedList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25511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무엇을 쓸까?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834640"/>
            <a:ext cx="54864" cy="429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2889504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X, 중복 X — 유일한 값만 저장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3375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337560"/>
            <a:ext cx="54864" cy="429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39242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08760" y="35570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키-값 쌍으로 데이터 저장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840480"/>
            <a:ext cx="54864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389534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0876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주요 메서드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08760" y="4059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containsKey, keySet 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3434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34340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39826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08760" y="4361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 · Map.of()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08760" y="4562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컬렉션 생성 (Java 9+)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컬렉션 프레임워크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474720" cy="13716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4747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배열의 한계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17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고정 (생성 후 변경 불가)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645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삽입/삭제 시 직접 이동 처리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874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기능 없음 (직접 반복)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2103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타입별 유틸리티 부족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389120" y="1051560"/>
            <a:ext cx="4023360" cy="13716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4389120" y="105156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2"/>
          <p:cNvSpPr/>
          <p:nvPr/>
        </p:nvSpPr>
        <p:spPr>
          <a:xfrm>
            <a:off x="46634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컬렉션의 장점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41732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00600" y="1417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자동 조절 (동적)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64592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00600" y="1645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삽입/삭제/검색 메서드 내장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874520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800600" y="18745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제네릭으로 타입 안전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103120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00600" y="2103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자료구조 제공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계층 구조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2286000" y="3017520"/>
            <a:ext cx="1828800" cy="4572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2286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2926080" y="3474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2"/>
          <p:cNvSpPr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22860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↙     ↘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3200400" y="4389120"/>
            <a:ext cx="1828800" cy="4572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320040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400800" y="3703320"/>
            <a:ext cx="182880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64008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640080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(별도 인터페이스)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9144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32004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TreeSet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64008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O · 중복 O · 인덱스 접근 — 내부적으로 배열 기반, 크기 자동 확장!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3794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7132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java.util.ArrayList;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ArrayList&lt;String&gt; list = new ArrayList&lt;&gt;();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추가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list.add("사과");       list.add("바나나");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list.add("포도");       list.add("바나나");  // 중복 허용!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list.add(1, "딸기");    // 인덱스 1에 삽입 → [사과, 딸기, 바나나, 포도, 바나나]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list.get(0)            // "사과" (인덱스 접근)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list.size()            // 5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list.contains("포도")  // true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list.indexOf("바나나") // 2 (첫 번째 위치)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수정 · 삭제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list.set(0, "참외");   // 0번을 "참외"로 변경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list.remove(1);        // 인덱스 1 삭제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list.remove("포도");   // 값으로 삭제 (첫 번째 일치)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순회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s : list) { System.out.print(s + " "); 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노드가 서로 연결된 구조 — 앞뒤 삽입/삭제가 빠름! Queue/Deque로도 사용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구조: 이중 연결 리스트 (Doubly Linked List)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97280" cy="548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1691640"/>
            <a:ext cx="1097280" cy="548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1097280" cy="548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097280" cy="548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768096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514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LinkedList&lt;String&gt; list = new LinkedList&lt;&gt;();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ArrayList와 동일한 메서드 사용 가능 (List 인터페이스)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list.add("A");  list.add("B");  list.add("C");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LinkedList 고유 메서드 (Deque)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list.addFirst("Z");    // 맨 앞에 추가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list.addLast("W");     // 맨 뒤에 추가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list.removeFirst();    // 맨 앞 제거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list.removeLast();     // 맨 뒤 제거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list.getFirst();       // 맨 앞 조회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list.getLast();        // 맨 뒤 조회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ArrayList vs LinkedList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구조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동적 배열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 연결 리스트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인덱스 접근 (get)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매우 빠름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느림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 삽입/삭제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이동 필요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링크만 변경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앞/뒤 추가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뒤: O(1), 앞: 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매우 빠름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적음 (연속 배열)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많음 (노드+포인터)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추천 상황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조회 많을 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삽입/삭제 많을 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749040"/>
            <a:ext cx="6400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가이드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4069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경우 ArrayList를 사용하면 된다!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접근이 압도적으로 빠르고, 현대 CPU 캐시에도 유리.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LinkedList는 큐(Queue)/덱(Deque) 용도 또는 맨 앞 삽입이 빈번한 경우에만.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다형성 TIP: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list = new ArrayList&lt;&gt;();  ← 인터페이스 타입으로 선언!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X · 중복 X — 유일한 값만 저장! hashCode() + equals()로 중복 판단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java.util.HashSet;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HashSet&lt;String&gt; set = new HashSet&lt;&gt;();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추가 (add → boolean 리턴: 성공 true, 중복 false)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set.add("Java");   // true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set.add("Python"); // true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set.add("Java");   // false ← 중복! 추가 안 됨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set.add("C++");    //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 · 삭제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set.size()                 // 3 (중복 제거됨)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set.contains("Python")    // true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set.remove("C++");        //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순회 (순서 보장 안 됨!)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s : set) { System.out.print(s + " ");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출력 순서는 매번 다를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키(Key)와 값(Value)의 쌍으로 저장 — 키는 중복 불가, 값은 중복 가능!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3794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7132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Integer&gt; map = new HashMap&lt;&gt;();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추가 (put)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map.put("김자바", 90);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map.put("이파이", 85);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map.put("박씨플", 92);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map.put("김자바", 95);  // 키 중복 → 값 덮어쓰기! (90→95)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 (get)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map.get("김자바")           // 95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map.get("없는사람")         //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map.getOrDefault("없는사람", 0)  // 0 (기본값 지정)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확인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map.containsKey("이파이")   // true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map.containsValue(92)       // true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map.size()                  //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HashMap 순회 · 주요 메서드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방법 1: keySet() — 키만 순회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key : map.keySet())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println(key + ": " + map.get(key));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방법 2: entrySet() — 키+값 동시 순회 (가장 효율적!)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 Integer&gt; e : map.entrySet())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println(e.getKey() + ": " + e.getValue());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방법 3: forEach (Java 8+)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map.forEach((k, v) -&gt; println(k + ": " + v));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947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21031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put(K, V)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키-값 추가/덮어쓰기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값 or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get(K)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키로 값 조회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or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getOrDefault(K, V)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없으면 기본값 리턴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remove(K)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키로 삭제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삭제된 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keySet()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키 Set 리턴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Set&lt;K&gt;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값 Collection 리턴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Collection&lt;V&gt;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entrySet()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키-값 쌍 Set 리턴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Set&lt;Entry&gt;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불변 컬렉션 — of() 메서드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9+ — 수정 불가(Immutable)한 컬렉션을 한 줄로 생성!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132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List.of() — 불변 리스트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fruits = List.of("사과", "바나나", "포도");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fruits.get(0);       // OK → 조회 가능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fruits.add("딸기"); // UnsupportedOperationException!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Set.of() — 불변 셋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Set&lt;Integer&gt; nums = Set.of(1, 2, 3);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Map.of() — 불변 맵 (최대 10개 쌍)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scores = Map.of("김", 90, "이", 85, "박", 92);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Map.ofEntries() — 10개 초과 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big = Map.ofEntries(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Map.entry("A", 1), Map.entry("B", 2) // ...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34340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89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=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set, put 전부 불가! (UnsupportedOperationException)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쓰나?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변경할 필요 없는 상수 데이터, 메서드 인자, 테스트 데이터 등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731520"/>
                <a:gridCol w="237744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컬렉션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특징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대표 메서드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인덱스 접근 빠름 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get, set, add, remove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LinkedList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앞뒤 삽입/삭제 빠름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addFirst, addLast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유일한 값만 저장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add(→boolean), contains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HashMap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키X 값O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키-값 쌍 저장/조회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put, get, keySet, entrySet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컬렉션을 쓸까?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3246120"/>
            <a:ext cx="7680960" cy="29260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순서가 중요하고 인덱스로 접근?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3264408"/>
            <a:ext cx="292608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264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ArrayList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593592"/>
            <a:ext cx="7680960" cy="29260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593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앞뒤 삽입/삭제가 빈번?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3611880"/>
            <a:ext cx="292608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LinkedList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941064"/>
            <a:ext cx="7680960" cy="29260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9410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없이 유일한 값만?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0" y="3959352"/>
            <a:ext cx="292608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3959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HashSet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4288536"/>
            <a:ext cx="7680960" cy="29260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288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키로 값을 빠르게 찾기?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03520" y="4306824"/>
            <a:ext cx="292608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HashMap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4636008"/>
            <a:ext cx="7680960" cy="29260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636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불가능한 고정 데이터?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03520" y="4654296"/>
            <a:ext cx="2926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0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List.of() / Map.of()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컬렉션 프레임워크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컬렉션 프레임워크</dc:title>
  <dc:subject>PptxGenJS Presentation</dc:subject>
  <dc:creator>Korea IT Academy</dc:creator>
  <cp:lastModifiedBy>Korea IT Academy</cp:lastModifiedBy>
  <cp:revision>1</cp:revision>
  <dcterms:created xsi:type="dcterms:W3CDTF">2026-04-07T00:10:41Z</dcterms:created>
  <dcterms:modified xsi:type="dcterms:W3CDTF">2026-04-07T00:10:41Z</dcterms:modified>
</cp:coreProperties>
</file>