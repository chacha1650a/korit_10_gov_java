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static과 싱글톤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필드 · static 메서드 · static 블록 · 싱글톤 패턴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클래스에 소속된 공유 자원의 세계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8755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static이란?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170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 vs 클래스 소속의 차이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463040"/>
            <a:ext cx="54864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361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499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필드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1719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객체가 공유하는 변수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01168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011680"/>
            <a:ext cx="54864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20848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2048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메서드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2267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없이 호출하는 메서드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56032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63347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596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static의 제약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28163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사용 불가, 인스턴스 멤버 접근 불가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10896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108960"/>
            <a:ext cx="54864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182112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3145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블록 · 상수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33649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로딩 시 초기화, final static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6576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65760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730752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싱글톤 패턴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554480" y="39136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하나의 객체만 생성하는 설계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2062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420624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279392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242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싱글톤 실전 예제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554480" y="44622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연결, 설정 관리 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static이란?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7315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43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=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"클래스에 소속된" — 객체가 아닌 클래스 자체에 속하는 멤버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201168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011680"/>
            <a:ext cx="3749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 멤버 (일반)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객체마다 별도로 존재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객체를 생성해야 사용 가능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각자의 개인 사물함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05840" y="3291840"/>
            <a:ext cx="32004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337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d1 = new Dog();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d2 = new Dog();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d1.name과 d2.name은 별도!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01168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201168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멤버 (클래스)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3776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클래스에 단 1개만 존재, 모든 객체가 공유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생성 없이 클래스명으로 접근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교실의 공용 게시판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937760" y="3291840"/>
            <a:ext cx="32004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337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객체 생성 없이 접근!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Math.PI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Integer.parseInt("123")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4526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 </a:t>
            </a:r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 → Heap 영역 (객체마다 생성)  |  static → Method Area (클래스 로딩 시 1번만 생성)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필드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05840"/>
            <a:ext cx="7132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인스턴스 필드 (각자 다름)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int count = 0;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필드 (공유!)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count++;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생성될 때마다 공유 카운트 증가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s1 = new Student("김");  // count 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s2 = new Student("이");  // count =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s3 = new Student("박");  // count = 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System.out.println(Student.count);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(클래스명으로 접근!)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4114800"/>
            <a:ext cx="6400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s1.name = "김"  s2.name = "이"  s3.name = "박"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각자 다른 값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Student.count = 3                        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모든 객체가 공유하는 하나의 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메서드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생성 없이 클래스명.메서드()로 호출 — 유틸리티 메서드에 적합!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572000" cy="20116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만든 static 메서드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1828800"/>
            <a:ext cx="402336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74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MathUtil {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int max(int a, int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(a &gt; b) ? a :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객체 생성 없이 바로 호출!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MathUtil.max(3, 7);  // 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2834640" cy="20116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쓰고 있었다!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874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Math.random()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2121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Math.max(a, 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3682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Integer.parseInt(s)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6151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Arrays.sort(arr)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862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String.valueOf(n)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Collections.sort(list)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768096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main()도 static 메서드!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05840" y="4114800"/>
            <a:ext cx="71323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160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void main(String[] args) { ... }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JVM이 객체 생성 없이 바로 호출해야 하니까 static!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static의 제약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여부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→ 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→ 인스턴스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인스턴스 → static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필드 접근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(오류!)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메서드 호출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(오류!)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사용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(오류!)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2651760"/>
            <a:ext cx="768096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69748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Example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 = "자바";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인스턴스 필드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int count = 0;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필드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staticMethod()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System.out.println(count);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 (static → static)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System.out.println(name);  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오류! (static → 인스턴스)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System.out.println(this);  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오류! (static에서 this 불가)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static은 객체 없이 존재하므로, 아직 생성되지 않은 인스턴스 멤버를 참조할 수 없다!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블록 · 상수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초기화 블록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클래스가 메모리에 로딩될 때 딱 1번 실행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69164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7373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Config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String dbUrl;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dbUrl = "jdbc:mysql://...";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println("DB 설정 완료!");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749040" cy="22860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final 상수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불가 + 공유 = 진짜 상수!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7373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MathConst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final double 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3.141592;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final int 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100;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관례: 대문자 + 밑줄 (UPPER_SNAKE)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Java에서 자주 보는 static final 상수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931920"/>
            <a:ext cx="71323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Math.PI     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3.141592...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Integer.MAX_VALUE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2,147,483,647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        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static final PrintStream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싱글톤 패턴 (Singleton)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클래스의 인스턴스가 단 1개만 생성되도록 보장하는 디자인 패턴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생성자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외부에서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차단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4173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인스턴스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2128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내부에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1개 보관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1417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static 메서드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2128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getInstance()로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유일한 객체 리턴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2606040"/>
            <a:ext cx="7680960" cy="2468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651760"/>
            <a:ext cx="7132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DatabaseConnection {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유일한 인스턴스를 static으로 보관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DatabaseConnection instance;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생성자를 private으로 → 외부에서 new 불가!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DatabaseConnection()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System.out.println("DB 연결 생성");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외부에서 인스턴스를 가져가는 유일한 방법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DatabaseConnection getInstance()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(instance == null)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instance = new DatabaseConnection();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instance;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싱글톤 실전 예제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불가!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DatabaseConnection db = new DatabaseConnection(); // 컴파일 오류!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getInstance()로만 접근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DatabaseConnection db1 = DatabaseConnection.getInstance();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DatabaseConnection db2 = DatabaseConnection.getInstance();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System.out.println(db1 == db2);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true! (같은 객체!)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싱글톤을 사용하는 이유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269748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36118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114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커넥션 풀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연결을 여러 번 만들면 자원 낭비! 하나만 공유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3520440"/>
            <a:ext cx="269748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6118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4114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관리 (Config)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설정은 어디서든 동일해야. 하나의 객체로 관리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3520440"/>
            <a:ext cx="2697480" cy="11887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611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41148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매니저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09360" y="4343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로그는 한 곳에 모아야. 하나의 Logger 공유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static이란?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6187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클래스에 소속된 멤버. 객체가 아닌 클래스 자체에 속함. Method Area에 1번만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581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필드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83794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객체가 공유하는 변수. 클래스명.필드명으로 접근. 카운터, 공통 설정 등에 활용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03704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메서드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41401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 생성 없이 호출. Math.random(), main() 등. 유틸리티 메서드에 적합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779776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제약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99008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인스턴스 멤버 접근 불가, this 사용 불가 — 객체 없이 존재하므로!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55848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final 상수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5661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불가 + 공유. UPPER_SNAKE_CASE 관례. Math.PI, Integer.MAX_VALUE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싱글톤 패턴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422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생성자 + static 인스턴스 + getInstance(). 객체를 단 1개만 보장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static과 싱글톤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static과 싱글톤</dc:title>
  <dc:subject>PptxGenJS Presentation</dc:subject>
  <dc:creator>Korea IT Academy</dc:creator>
  <cp:lastModifiedBy>Korea IT Academy</cp:lastModifiedBy>
  <cp:revision>1</cp:revision>
  <dcterms:created xsi:type="dcterms:W3CDTF">2026-04-03T03:20:07Z</dcterms:created>
  <dcterms:modified xsi:type="dcterms:W3CDTF">2026-04-03T03:20:07Z</dcterms:modified>
</cp:coreProperties>
</file>