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 배열 (Array)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1차원 배열 · 배열 활용 · for-each · 2차원 배열 · Arrays 클래스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8288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7490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타입의 데이터를 한 줄로 정리하는 기술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914400"/>
            <a:ext cx="54864" cy="47548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987552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87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9509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배열이란?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1704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배열의 개념과 필요성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463040"/>
            <a:ext cx="54864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3619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14996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배열 선언과 생성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17190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선언 · 생성 · 초기화 3가지 방법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01168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011680"/>
            <a:ext cx="54864" cy="4754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208483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084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54480" y="20482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배열과 반복문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22677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문으로 배열 순회하기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256032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2560320"/>
            <a:ext cx="54864" cy="4754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2633472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2633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54480" y="25968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for-each 문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28163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향상된 for 문으로 간결하게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310896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3108960"/>
            <a:ext cx="54864" cy="4754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5840" y="3182112"/>
            <a:ext cx="329184" cy="3291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54480" y="31455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배열 활용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33649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합계, 최대/최소, 검색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365760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3657600"/>
            <a:ext cx="54864" cy="4754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5840" y="3730752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554480" y="36941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2차원 배열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554480" y="39136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 형태의 데이터 저장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420624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31520" y="4206240"/>
            <a:ext cx="54864" cy="4754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279392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554480" y="42428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클래스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554480" y="44622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정렬, 복사, 출력 유틸리티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배열이란?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3749040" cy="18288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97280"/>
            <a:ext cx="3749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배열 없이 학생 5명의 점수 저장?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1554480"/>
            <a:ext cx="32004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6002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score1 = 90;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score2 = 85;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score3 = 78;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score4 = 92;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score5 = 88; // 100명이면?!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3749040" cy="18288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097280"/>
            <a:ext cx="3749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배열로 한 줄에 해결!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1554480"/>
            <a:ext cx="32004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6002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scores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{90, 85, 78, 92, 88};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100명이어도 한 줄!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반복문과 함께 사용 가능!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7680960" cy="16459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291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배열(Array) =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타입의 데이터를 연속된 메모리 공간에 저장하는 자료구조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88720" y="3794760"/>
            <a:ext cx="1005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88720" y="3794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4206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68880" y="3794760"/>
            <a:ext cx="1005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468880" y="3794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468880" y="4206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49040" y="3794760"/>
            <a:ext cx="1005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49040" y="3794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749040" y="4206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0" y="3794760"/>
            <a:ext cx="1005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0" y="3794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029200" y="4206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3794760"/>
            <a:ext cx="1005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09360" y="3794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309360" y="4206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배열 선언과 생성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97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26974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1: 선언 + 생성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51460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544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arr = new int[5];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크기 5, 기본값 0으로 초기화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arr[0] = 10;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arr[1] = 20;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051560"/>
            <a:ext cx="2697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51560"/>
            <a:ext cx="26974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143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2: 선언 + 초기화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29000" y="1508760"/>
            <a:ext cx="251460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5544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arr = {10, 20, 30, 40, 50};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선언과 동시에 값 지정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크기 자동 결정 (5)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051560"/>
            <a:ext cx="2697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051560"/>
            <a:ext cx="2697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143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3: new + 초기화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508760"/>
            <a:ext cx="251460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5544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arr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int[]{10, 20, 30};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메서드 인자로 전달 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주로 사용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840480"/>
            <a:ext cx="3749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840480"/>
            <a:ext cx="64008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배열 기본값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160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→ 0  |  double[] → 0.0  |  boolean[] → false  |  String[] → null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840480"/>
            <a:ext cx="3749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840480"/>
            <a:ext cx="64008" cy="10972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886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배열 길이: .length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4160520"/>
            <a:ext cx="310896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4160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arr = {1, 2, 3};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arr.length  //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() 없음! 메서드 아님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배열과 반복문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배열의 진짜 힘은 반복문과 함께 쓸 때 나타난다!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749040" cy="22860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배열 전체 출력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1920240"/>
            <a:ext cx="3200400" cy="1554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9659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scores = {90,85,78,92,88};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</a:t>
            </a:r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&lt; scores.length;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i++)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println(scores[i]);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90 85 78 92 88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749040" cy="22860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배열 합계 구하기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1920240"/>
            <a:ext cx="3200400" cy="1554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9659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scores = {90,85,78,92,88};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sum = 0;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 i&lt;scores.length; i++){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+= scores[i];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println(sum); // 433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7680960" cy="9144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0233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인덱스 범위: 0 ~ (length - 1).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범위를 벗어나면 </a:t>
            </a:r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ArrayIndexOutOfBoundsException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발생!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arr = new int[3];  arr[3] = 10;  // 오류! (인덱스 0,1,2만 가능)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for-each 문 (향상된 for)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타입 변수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배열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}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874520"/>
            <a:ext cx="374904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for 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331720"/>
            <a:ext cx="338328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 fruits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{"사과","바나나","포도"};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 i&lt;fruits.length; i++){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println(fruits[i]);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874520"/>
            <a:ext cx="37490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for-each 문 (간결!)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2331720"/>
            <a:ext cx="338328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 fruits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{"사과","바나나","포도"};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(String f : fruits)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println(f);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931920"/>
            <a:ext cx="64008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for-each를 쓸까?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2976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for-each 사용: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조회(읽기)만 할 때. 인덱스가 필요 없을 때.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for 사용: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인덱스가 필요할 때. 값을 수정할 때. 역순 순회할 때.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배열 활용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3749040" cy="237744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최대값 구하기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1463040"/>
            <a:ext cx="320040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50876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arr = {3,7,1,9,4};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max = arr[0];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i=1; i&lt;arr.length; i++){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(arr[i] &gt; max)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 = arr[i];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println(max); // 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3749040" cy="237744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구하기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1463040"/>
            <a:ext cx="320040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50876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scores = {90,85,78,92,88};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sum = 0;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s : scores)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+= 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avg = (double) sum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/ scores.length;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avg = 86.6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611880"/>
            <a:ext cx="7680960" cy="132588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 검색 (선형 탐색)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4023360"/>
            <a:ext cx="713232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04164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 names = {"김","이","박","최"};  String target = "박";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names.length; i++)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(names[i].equals(target)) { println("인덱스: " + i); break;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// 출력: 인덱스: 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2차원 배열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행(row)과 열(col)로 이루어진 표 형태 — 배열 안에 배열!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411480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2행 3열 2차원 배열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int[][] matrix = {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 2, 3},  // 0행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{4, 5, 6}   // 1행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matrix[0][2] // 3 (0행 2열)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matrix[1][0] // 4 (1행 0열)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20640" y="132588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0352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시각화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691640"/>
          <a:ext cx="28346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58952"/>
                <a:gridCol w="758952"/>
                <a:gridCol w="75895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[0]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[2]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[0]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31520" y="3566160"/>
            <a:ext cx="768096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383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2차원 배열 순회 (중첩 for)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" y="36118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matrix.length; i++) {    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0; j &lt; matrix[i].length; j++) {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System.out.print(matrix[i][j] + " 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System.out.println();  // 행마다 줄바꿈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Arrays 클래스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java.util.Arrays — 배열 관련 유틸리티 메서드 모음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237744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메서드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예시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결과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Arrays.toString()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배열 → 문자열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Arrays.toString(arr)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2, 3]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Arrays.sort()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오름차순 정렬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Arrays.sort(arr)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2, 3]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Arrays.fill()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전체를 같은 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Arrays.fill(arr, 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[0, 0, 0]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Arrays.copyOf()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배열 복사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Arrays.copyOf(arr, 5)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길이 5로 복사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Arrays.equals()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배열 비교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Arrays.equals(a, b)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true/false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3794760"/>
            <a:ext cx="768096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384048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java.util.Arrays;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arr = {5, 2, 8, 1, 9};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Arrays.sort(arr);                       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정렬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System.out.println(Arrays.toString(arr));       </a:t>
            </a:r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[1, 2, 5, 8, 9]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요약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69848"/>
            <a:ext cx="338328" cy="3383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6984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34440" y="10515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배열이란?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27101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타입 데이터를 연속 저장. 인덱스 0부터 시작, .length로 크기 확인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72768"/>
            <a:ext cx="338328" cy="3383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7276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1554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선언과 생성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17739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int[5] / {1,2,3} / new int[]{1,2,3}. 기본값 자동 초기화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075688"/>
            <a:ext cx="338328" cy="3383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7568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20574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배열 + 반복문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2768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for(int i=0; i&lt;arr.length; i++)로 순회. 범위 초과 시 예외 발생!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578608"/>
            <a:ext cx="338328" cy="3383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57860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34440" y="2560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for-each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277977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for(타입 변수 : 배열) — 읽기 전용 순회에 간결. 인덱스 필요 시 기존 for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081528"/>
            <a:ext cx="338328" cy="3383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08152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34440" y="30632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 패턴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28269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합계, 평균, 최대/최소, 검색 — 배열 + 반복 + 조건의 조합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584448"/>
            <a:ext cx="338328" cy="3383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58444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2차원 배열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34440" y="378561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int[][] — 행/열 구조. matrix[행][열]. 중첩 for로 순회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087368"/>
            <a:ext cx="338328" cy="3383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08736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34440" y="40690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클래스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42885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sort(정렬), toString(출력), fill(채우기), copyOf(복사), equals(비교)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663440"/>
            <a:ext cx="7680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  |  Java 배열 (Array)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배열 (Array)</dc:title>
  <dc:subject>PptxGenJS Presentation</dc:subject>
  <dc:creator>Korea IT Academy</dc:creator>
  <cp:lastModifiedBy>Korea IT Academy</cp:lastModifiedBy>
  <cp:revision>1</cp:revision>
  <dcterms:created xsi:type="dcterms:W3CDTF">2026-04-01T00:09:10Z</dcterms:created>
  <dcterms:modified xsi:type="dcterms:W3CDTF">2026-04-01T00:09:10Z</dcterms:modified>
</cp:coreProperties>
</file>