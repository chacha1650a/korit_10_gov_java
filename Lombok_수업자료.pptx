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22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Lombok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보일러플레이트 코드를 어노테이션 한 줄로 — 깔끔한 Java의 시작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코드는 Lombok에게, 비즈니스 로직에 집중하자!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14400"/>
            <a:ext cx="54864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987552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87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Lombok이란?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1704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보일러플레이트 문제와 해결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463040"/>
            <a:ext cx="54864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3619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499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@Getter / @Setter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17190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Getter, Setter 자동 생성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01168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011680"/>
            <a:ext cx="54864" cy="4754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208483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20482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@ToString / @EqualsAndHashCode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22677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toString, equals, hashCode 자동 생성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56032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560320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633472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2596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@NoArgs / @AllArgs / @RequiredArgs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28163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자동 생성 3총사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10896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108960"/>
            <a:ext cx="54864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3182112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31455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54480" y="33649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올인원 어노테이션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65760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657600"/>
            <a:ext cx="54864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3730752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36941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@Builder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554480" y="39136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빌더 패턴 자동 생성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420624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420624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279392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554480" y="4242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@Slf4j · 기타 유용한 어노테이션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54480" y="44622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로그, @Value, @With 등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Lombok이란?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680960" cy="7315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097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하나로 반복적인 코드(Getter, Setter, toString, 생성자 등)를 </a:t>
            </a:r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생성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해주는 라이브러리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2011680"/>
            <a:ext cx="3749040" cy="27432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01168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순수 Java (약 40줄)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2468880"/>
            <a:ext cx="338328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2514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age;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생성자 2개...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Getter 2개...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Setter 2개...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toString()...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equals()...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hashCode()...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필드 2개인데 코드가 40줄?!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2011680"/>
            <a:ext cx="3749040" cy="27432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0" y="201168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Lombok (5줄!)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46320" y="2468880"/>
            <a:ext cx="338328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2514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@AllArgsConstructor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@NoArgsConstructor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age;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끝! 나머지는 Lombok이 알아서!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@Getter / @Setter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05840"/>
            <a:ext cx="3749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레벨 — 모든 필드에 적용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338328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463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@Getter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@Setter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{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age;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getName(), setName(), getAge(), setAge()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3749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97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 레벨 — 개별 필드에 적용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338328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463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{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@Getter @Setter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@Getter  // Setter 없음 → 읽기전용!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768096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00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사용은 기존과 동일!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u = new User();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u.setName("김자바");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Lombok이 생성한 Setter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u.setAge(25);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= u.getName();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Lombok이 생성한 Getter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u.getAge();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@ToString / @EqualsAndHashCode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749040" cy="22860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@ToString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508760"/>
            <a:ext cx="320040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544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age;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println(new User());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User(name=김자바, age=25)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3749040" cy="22860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@EqualsAndHashCode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37760" y="1508760"/>
            <a:ext cx="320040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5544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@EqualsAndHashCode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age;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equals() + hashCode() 자동 생성!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모든 필드 기반 비교 (규약 자동 준수)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7680960" cy="13716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유용한 옵션들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3931920"/>
            <a:ext cx="713232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9776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@ToString(exclude = "password")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특정 필드 제외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@ToString(of = {"name", "age"})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특정 필드만 포함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@EqualsAndHashCode(of = "id")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id로만 동등성 비교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생성자 어노테이션 3총사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6974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@NoArgsConstructor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 없는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생성자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25146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116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 User()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05156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51560"/>
            <a:ext cx="2697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143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@AllArgsConstructor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417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필드를 받는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965960"/>
            <a:ext cx="25146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20116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User(String name, int 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 User("김", 25)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5156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143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@RequiredArgsConstructor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417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또는 @NonNull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필드만 받는 생성자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965960"/>
            <a:ext cx="25146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0116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final String 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User(String name)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206240"/>
            <a:ext cx="76809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25196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실무에서 가장 많이 쓰는 조합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@NoArgsConstructor  @AllArgsConstructor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JPA Entity는 기본 생성자 필수! + 전체 생성자도 편리하게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@Data — 올인원 어노테이션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680960" cy="9144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 =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@Getter + @Setter + @ToString + @EqualsAndHashCode + @RequiredArgsConstructor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5개의 어노테이션을 한 번에! 가장 많이 쓰이는 어노테이션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 {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Long id;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price;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Getter, Setter, toString, equals, hashCode 전부 자동!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7680960" cy="11887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88620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 사용 시 주의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206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Entity에서는 @Data 대신 @Getter @Setter를 개별 사용 권장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이유: @EqualsAndHashCode가 연관 관계에서 무한 순환 참조 유발 가능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DTO(데이터 전달 객체)에서는 @Data를 마음껏 사용해도 OK!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@Builder — 빌더 패턴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필드가 많을 때 가독성 좋게 객체를 생성하는 패턴 — 자동 생성!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2588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생성자 — 순서 헷갈림!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338328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737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뭐가 name이고 뭐가 email?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User("김자바", 25,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"kim@java.com", "서울");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2588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@Builder — 명확하고 읽기 좋음!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691640"/>
            <a:ext cx="338328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737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User.builder()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.name("김자바").age(25)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.email("kim@java.com")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.city("서울").build();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7680960" cy="1965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063240"/>
            <a:ext cx="7132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@Builder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@AllArgsConstructor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 {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age;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email;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city;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.builder() → .필드(값) 체이닝 → .build()로 완성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@Slf4j · 기타 유용한 어노테이션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어노테이션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예시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@Slf4j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Logger 자동 생성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log.info("메시지")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@Value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불변 객체 (final+Getter)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DTO, 설정 값 등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@With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특정 필드만 바꾼 복사본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user.withAge(30)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@NonNull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체크 자동 삽입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NullPointerException 방지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@Cleanup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자원 자동 해제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try-with-resources 대체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@SneakyThrows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예외 자동 처리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throws 선언 불필요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657600"/>
            <a:ext cx="768096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70332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@Slf4j  // Logger log = LoggerFactory.getLogger(...) 자동 생성!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UserService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createUser(String name)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log.info("사용자 생성: {}", name);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log.error("오류 발생!");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87552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Lombok이란?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17957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어노테이션으로 보일러플레이트 코드(Getter/Setter/toString/생성자 등)를 자동 생성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99616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4721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@Getter / @Setter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69164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또는 필드 레벨에 적용. 필드별 개별 제어 가능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011680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19842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@ToString / @Equals...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20370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toString(), equals(), hashCode() 자동 생성. exclude/of 옵션으로 필드 선택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23744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24963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3총사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271576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@NoArgs(기본), @AllArgs(전체), @RequiredArgs(final/NonNull)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035808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0083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32278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Getter+Setter+ToString+EqualsHashCode+RequiredArgs 올인원. DTO에 적합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547872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3520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@Builder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373989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.builder().필드(값).build() 패턴. 필드 많을 때 가독성 극대화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059936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34440" y="40325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@Slf4j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4440" y="425196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변수 자동 생성. Spring Boot에서 필수! log.info(), log.error()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  |  Lombok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Lombok — 보일러플레이트 제거</dc:title>
  <dc:subject>PptxGenJS Presentation</dc:subject>
  <dc:creator>Korea IT Academy</dc:creator>
  <cp:lastModifiedBy>Korea IT Academy</cp:lastModifiedBy>
  <cp:revision>1</cp:revision>
  <dcterms:created xsi:type="dcterms:W3CDTF">2026-04-03T05:13:06Z</dcterms:created>
  <dcterms:modified xsi:type="dcterms:W3CDTF">2026-04-03T05:13:06Z</dcterms:modified>
</cp:coreProperties>
</file>