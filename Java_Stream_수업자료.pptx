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Stream API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map · sorted · collect · reduce — 데이터 파이프라인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문 없이 데이터를 흐르듯 처리하는 모던 Java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87782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Stream이란?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0424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문의 한계와 Stream의 개념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32588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38074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생성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5453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컬렉션, 배열, of()에서 스트림 만들기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828800"/>
            <a:ext cx="54864" cy="4297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88366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1847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연산 — filter · 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0482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걸러내기와 변환하기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331720"/>
            <a:ext cx="54864" cy="429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386584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350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연산 — sorted · distinct · limit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25511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정렬, 중복 제거, 개수 제한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834640"/>
            <a:ext cx="54864" cy="429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2889504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연산 — collect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스트림을 List, Set, Map으로 수집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3375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337560"/>
            <a:ext cx="54864" cy="429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39242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연산 — reduce · 집계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08760" y="35570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합계, 평균, 최대/최소, 카운트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840480"/>
            <a:ext cx="54864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389534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0876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— 객체 스트림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08760" y="4059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리스트를 Stream으로 처리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3434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34340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39826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08760" y="4361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 · 정리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08760" y="4562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사용, 지연 평가, 순서 중요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1031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for 문 — 어떻게(How)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33832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087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result = new ArrayList&lt;&gt;();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n : numbers)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&gt; 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result.add(n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Collections.sort(result);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7줄... 반복, 조건, 변환, 정렬 섞임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749040" cy="21031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— 무엇을(What)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3832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087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result =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numbers.stream()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.filter(n -&gt; n &gt;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.map(n -&gt; n *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.sorted()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.collect(Collectors.toList());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파이프라인처럼 흐르듯 처리!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파이프라인 구조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96596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.stream()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4023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06040" y="3749040"/>
            <a:ext cx="1965960" cy="10515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연산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filter, map,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sorted, distinct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023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1965960" cy="10515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연산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(체이닝 가능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개 연결)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4023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03720" y="3749040"/>
            <a:ext cx="1965960" cy="10515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연산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collect, reduce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forEach, count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 생성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7132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컬렉션에서 (가장 많이 사용!)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list = List.of("A", "B", "C");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Stream&lt;String&gt; s1 = list.stream();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배열에서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{1, 2, 3, 4, 5};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IntStream s2 = Arrays.stream(arr);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Stream.of() — 직접 값 나열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Stream&lt;Integer&gt; s3 = Stream.of(1, 2, 3, 4, 5);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범위 생성 (for 대체)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IntStream.range(1, 10)      // 1~9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IntStream.rangeClosed(1, 10) // 1~10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문자열에서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"Hello".chars()  // IntStream (각 문자의 코드)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Arrays.stream("A,B,C".split(","))  // Stream&lt;String&gt;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중간 연산 — filter · 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1031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filter(조건) — 걸러내기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Predicate&lt;T&gt;를 받아 true인 요소만 통과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38328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916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nums = List.of(1,2,3,4,5,6);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짝수만 필터링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nums.stream()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.filter(n -&gt; n % 2 == 0)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.forEach(System.out::println);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출력: 2, 4,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749040" cy="21031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map(변환) — 변환하기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Function&lt;T,R&gt;을 받아 각 요소를 변환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38328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916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List.of("kim","lee");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대문자 변환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names.stream()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.map(String::toUpperCase)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.forEach(System.out::println);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출력: "KIM", "LEE"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768096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46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map 체이닝!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290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5보다 큰 수를 2배로 변환하여 리스트로 수집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result = List.of(3, 7, 1, 9, 4, 8).stream()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.filter(n -&gt; n &gt; 5)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[7, 9, 8]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.map(n -&gt; n * 2)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[14, 18, 16]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.sorted()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[14, 16, 18]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.collect(Collectors.toList());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중간 연산 — sorted · distinct · limit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 순서 정렬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.sorted() → [1,2,3]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sorted(Comparator)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커스텀 정렬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.sorted(Comparator.reverseOrder())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distinct()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중복 제거 (equals 기반)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[1,2,2,3] → [1,2,3]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limit(n)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 n개만 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.limit(3) → 처음 3개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skip(n)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처음 n개 건너뛰기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.skip(2) → 3번째부터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peek(action)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디버깅용 엿보기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.peek(System.out::println)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6118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중복 제거 → 정렬 → 상위 3개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List.of(5, 3, 8, 3, 1, 8, 5).stream()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.distinct() 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[5, 3, 8, 1]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.sorted()   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3, 5, 8]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.limit(3)   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3, 5]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.forEach(System.out::println);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최종 연산 — collect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 결과를 컬렉션(List, Set, Map)이나 문자열로 수집!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List.of("김", "이", "박", "김", "최");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toList() — 리스트로 수집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list = names.stream()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.filter(n -&gt; n.length() &gt; 0)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.collect(Collectors.toList());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toSet() — 중복 제거된 Set으로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set = names.stream().collect(Collectors.toSet());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{"김", "이", "박", "최"}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joining() — 문자열 연결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joined = names.stream().collect(Collectors.joining(", "));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"김, 이, 박, 김, 최"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toMap() — Map으로 (키 함수, 값 함수)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students.stream().collect(Collectors.toMap(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s -&gt; s.name, s -&gt; s.score));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최종 연산 — reduce · 집계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7132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nums = List.of(1, 2, 3, 4, 5);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간편 집계 메서드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count = nums.stream().count();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IntStream 집계 (mapToInt 변환 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nums.stream().mapToInt(n -&gt; n).sum();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avg = nums.stream().mapToInt(n-&gt;n).average().orElse(0);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3.0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 = nums.stream().mapToInt(n -&gt; n).max().orElse(0);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 = nums.stream().mapToInt(n -&gt; n).min().orElse(0);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 — 누적 연산 (합계, 곱 등)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nums.stream()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.reduce(0, (a, b) -&gt; a + b);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reduce(초기값, 누적함수) → 0+1+2+3+4+5 =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— 객체 스트림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Student(String name, int score)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List.of(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Student("김",90), new Student("이",65),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Student("박",85), new Student("최",72), new Student("정",95));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80점 이상 학생 이름만 정렬하여 리스트로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honor = students.stream()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.filter(s -&gt; s.score() &gt;= 80)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.sorted((a,b) -&gt; b.score() - a.score())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.map(Student::name)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.collect(Collectors.toList());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["정", "김", "박"]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전체 평균 점수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avg = students.stream()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.mapToInt(Student::score)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.average().orElse(0);  // 81.4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최고 점수 학생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top = students.stream()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.max(Comparator.comparingInt(Student::score)).orElse(null);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주의사항 · 정리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64008" cy="7315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097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사용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371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스트림은 한 번 소비하면 끝! 재사용 불가. 필요하면 다시 .stream() 호출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1874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874520"/>
            <a:ext cx="64008" cy="7315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1965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평가 (Lazy)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2240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연산은 최종 연산이 호출될 때까지 실행되지 않는다!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743200"/>
            <a:ext cx="64008" cy="7315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불변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108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스트림은 원본 컬렉션을 변경하지 않는다. 항상 새 결과 생성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611880"/>
            <a:ext cx="64008" cy="7315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703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중요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371600" y="3977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map → sorted 순서에 따라 성능이 달라진다. filter를 먼저!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0"/>
          <p:cNvSpPr/>
          <p:nvPr/>
        </p:nvSpPr>
        <p:spPr>
          <a:xfrm>
            <a:off x="100584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쓸까?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반복 → for-each  |  필터+변환+수집 조합 → Stream  |  성능 민감 → for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.stream(), Stream.of()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컬렉션/배열 → 스트림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filter(Predicate)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조건에 맞는 요소만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map(Function)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요소 변환 (T→R)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sorted(), distinct(), limit()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정렬, 중복제거, 제한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collect(Collectors.toList())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스트림 → List/Set/Map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reduce(초기값, 누적함수)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 연산 (합계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count(), sum(), average()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간편 집계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forEach(Consumer)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요소에 작업 실행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컬렉션.stream()</a:t>
            </a:r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.filter().map().sorted()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.collect()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Stream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Stream API</dc:title>
  <dc:subject>PptxGenJS Presentation</dc:subject>
  <dc:creator>Korea IT Academy</dc:creator>
  <cp:lastModifiedBy>Korea IT Academy</cp:lastModifiedBy>
  <cp:revision>1</cp:revision>
  <dcterms:created xsi:type="dcterms:W3CDTF">2026-04-09T05:08:37Z</dcterms:created>
  <dcterms:modified xsi:type="dcterms:W3CDTF">2026-04-09T05:08:37Z</dcterms:modified>
</cp:coreProperties>
</file>